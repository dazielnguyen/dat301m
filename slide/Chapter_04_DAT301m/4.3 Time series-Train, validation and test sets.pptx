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7302500" cy="9588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0NdMlgez3NH7Jju1J+fl80PbF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19"/>
    <p:restoredTop sz="94621"/>
  </p:normalViewPr>
  <p:slideViewPr>
    <p:cSldViewPr snapToGrid="0">
      <p:cViewPr varScale="1">
        <p:scale>
          <a:sx n="112" d="100"/>
          <a:sy n="112" d="100"/>
        </p:scale>
        <p:origin x="208" y="10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customschemas.google.com/relationships/presentationmetadata" Target="metadata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7654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6138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3796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550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4230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4090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399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144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8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8898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9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9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990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0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27670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2997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380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7859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501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8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5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5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5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5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5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5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5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5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5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5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5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5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5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5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5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5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5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5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5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5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5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5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5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5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5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5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5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5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5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5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5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5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5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5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5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5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5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5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5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5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5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5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5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5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5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5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5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5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5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5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5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5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5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5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5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5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5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5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5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5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5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5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5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5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5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7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7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7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7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7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7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7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7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7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7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7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7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7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7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7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7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7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7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7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7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7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7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7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7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7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7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7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7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7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7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7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7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7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7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7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7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7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7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7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7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7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7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7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7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7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7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7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7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7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7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7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7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7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7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7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7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7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7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7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7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7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2192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sp>
        <p:nvSpPr>
          <p:cNvPr id="196" name="Google Shape;196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strategy for building data sets for training, validation and testing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06" name="Google Shape;206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609600" y="1752600"/>
            <a:ext cx="8305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working with time series data, the traditional approach to splitting data into training, validation, and test sets: fixed partitioning</a:t>
            </a:r>
            <a:endParaRPr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00" y="2667000"/>
            <a:ext cx="5638800" cy="339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18" name="Google Shape;218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time series has some seasonality, you generally want to ensure that each period contains a whole number of seasons.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example, one year, or two years, or three years, if the time series has a yearly seasonality.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You generally don't want one year and a half, or else some months will be represented more than others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28" name="Google Shape;228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Training Set: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initial portion of the time series is used as the training set.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covers the earliest observations up to a certain point in time.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model is trained on this data to learn patterns and relationships.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Validation Set: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next portion of the time series is used as the validation set.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follows the training set and typically covers a contiguous time period.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model's hyperparameters and architecture are fine-tuned based on performance on this set.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validation set helps to prevent overfitting to the training set and provides an intermediate evaluation before testing on unseen data.</a:t>
            </a:r>
            <a:endParaRPr/>
          </a:p>
        </p:txBody>
      </p:sp>
      <p:pic>
        <p:nvPicPr>
          <p:cNvPr id="229" name="Google Shape;22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38" name="Google Shape;238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Test Set: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remaining portion of the time series, often the most recent data, is reserved as the test set.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set represents future observations that the model has not seen during training or validation.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model's performance is evaluated on the test set to assess its ability to generalize to unseen data.</a:t>
            </a:r>
            <a:endParaRPr/>
          </a:p>
          <a:p>
            <a:pPr marL="342900" lvl="0" indent="-281940" algn="l" rtl="0">
              <a:spcBef>
                <a:spcPts val="320"/>
              </a:spcBef>
              <a:spcAft>
                <a:spcPts val="0"/>
              </a:spcAft>
              <a:buSzPts val="960"/>
              <a:buNone/>
            </a:pPr>
            <a:endParaRPr sz="16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9" name="Google Shape;2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Considerations when Splitting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48" name="Google Shape;248;p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No Data Leakage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Ensure that the validation and test sets do not contain information from the future compared to the training set. This helps the model generalize better to unseen data.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Stationarity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If the time series exhibits non-stationarity (i.e., the statistical properties change over time), it might be necessary to consider strategies such as differencing or detrending before splitting the data.</a:t>
            </a:r>
            <a:endParaRPr/>
          </a:p>
        </p:txBody>
      </p:sp>
      <p:pic>
        <p:nvPicPr>
          <p:cNvPr id="249" name="Google Shape;24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Considerations when Splitting</a:t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58" name="Google Shape;258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Fixed or Rolling Window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Decide whether to use a fixed window approach (e.g., the first 80% for training, the next 10% for validation, and the last 10% for testing) or a rolling window approach (e.g., using a moving time window for training, validation, and testing).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Multiple Train-Validation-Test Splits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cases where the dataset is large, multiple train-validation-test splits may be performed for robust evaluation.</a:t>
            </a:r>
            <a:endParaRPr/>
          </a:p>
        </p:txBody>
      </p:sp>
      <p:pic>
        <p:nvPicPr>
          <p:cNvPr id="259" name="Google Shape;2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Considerations when Splitting</a:t>
            </a:r>
            <a:endParaRPr/>
          </a:p>
        </p:txBody>
      </p:sp>
      <p:sp>
        <p:nvSpPr>
          <p:cNvPr id="267" name="Google Shape;267;p9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268" name="Google Shape;268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>
                <a:solidFill>
                  <a:schemeClr val="dk1"/>
                </a:solidFill>
              </a:rPr>
              <a:t>Cross-Validation</a:t>
            </a: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Traditional k-fold cross-validation might not be directly applicable to time series data due to the temporal aspect. However, techniques like time series cross-validation (e.g., walk-forward validation) can be employed.</a:t>
            </a:r>
            <a:endParaRPr/>
          </a:p>
        </p:txBody>
      </p:sp>
      <p:pic>
        <p:nvPicPr>
          <p:cNvPr id="269" name="Google Shape;2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Process for training time series data</a:t>
            </a:r>
            <a:endParaRPr/>
          </a:p>
        </p:txBody>
      </p:sp>
      <p:sp>
        <p:nvSpPr>
          <p:cNvPr id="277" name="Google Shape;277;p1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78" name="Google Shape;278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Train your model on the training period: find the right architecture 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Evaluate it on the validation period: desired performance, measured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retrain using both the training and validation data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4. test on the test period to see if your model will perform just as well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5. retraining again, using also the test data.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 sz="2000">
                <a:solidFill>
                  <a:srgbClr val="FF0000"/>
                </a:solidFill>
              </a:rPr>
              <a:t>→</a:t>
            </a:r>
            <a:r>
              <a:rPr lang="en-US" sz="2000" b="0" i="0" u="non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 why have you do like that?</a:t>
            </a:r>
            <a:endParaRPr/>
          </a:p>
        </p:txBody>
      </p:sp>
      <p:pic>
        <p:nvPicPr>
          <p:cNvPr id="279" name="Google Shape;2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87" name="Google Shape;287;p11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88" name="Google Shape;288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1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Roll-forward partitioning: </a:t>
            </a:r>
            <a:endParaRPr b="1"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start with a short training period, and we gradually increase it, say by one day at a time, or by one week at a time. At each iteration, we train the model on a training period. And we use it to forecast the following day, or the following week, in the validation period</a:t>
            </a:r>
            <a:endParaRPr dirty="0"/>
          </a:p>
        </p:txBody>
      </p:sp>
      <p:pic>
        <p:nvPicPr>
          <p:cNvPr id="289" name="Google Shape;2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Strategy for building data sets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298" name="Google Shape;298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76287" y="1673225"/>
            <a:ext cx="78486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Roll-forward partitioning: </a:t>
            </a:r>
            <a:endParaRPr/>
          </a:p>
        </p:txBody>
      </p:sp>
      <p:pic>
        <p:nvPicPr>
          <p:cNvPr id="299" name="Google Shape;29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  <p:pic>
        <p:nvPicPr>
          <p:cNvPr id="301" name="Google Shape;30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24100" y="2289175"/>
            <a:ext cx="54102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07" name="Google Shape;307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the strategy for building data sets for training, validation and testing</a:t>
            </a:r>
            <a:endParaRPr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pic>
        <p:nvPicPr>
          <p:cNvPr id="309" name="Google Shape;30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4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</p:txBody>
      </p:sp>
      <p:sp>
        <p:nvSpPr>
          <p:cNvPr id="316" name="Google Shape;316;p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pic>
        <p:nvPicPr>
          <p:cNvPr id="317" name="Google Shape;31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Time series: Train, validation and test sets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820</Words>
  <Application>Microsoft Macintosh PowerPoint</Application>
  <PresentationFormat>On-screen Show (4:3)</PresentationFormat>
  <Paragraphs>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Noto Sans Symbols</vt:lpstr>
      <vt:lpstr>Tahoma</vt:lpstr>
      <vt:lpstr>1_Blueprint</vt:lpstr>
      <vt:lpstr>Blueprint</vt:lpstr>
      <vt:lpstr>Time series: Train, validation and test sets</vt:lpstr>
      <vt:lpstr>Objectives</vt:lpstr>
      <vt:lpstr>Strategy for building data sets</vt:lpstr>
      <vt:lpstr>Strategy for building data sets</vt:lpstr>
      <vt:lpstr>Strategy for building data sets</vt:lpstr>
      <vt:lpstr>Strategy for building data sets</vt:lpstr>
      <vt:lpstr>Considerations when Splitting</vt:lpstr>
      <vt:lpstr>Considerations when Splitting</vt:lpstr>
      <vt:lpstr>Considerations when Splitting</vt:lpstr>
      <vt:lpstr>Process for training time series data</vt:lpstr>
      <vt:lpstr>Strategy for building data sets</vt:lpstr>
      <vt:lpstr>Strategy for building data sets</vt:lpstr>
      <vt:lpstr>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series: Train, validation and test sets</dc:title>
  <dc:creator>Microsoft Office User</dc:creator>
  <cp:lastModifiedBy>. Daziel.vad</cp:lastModifiedBy>
  <cp:revision>2</cp:revision>
  <dcterms:created xsi:type="dcterms:W3CDTF">2022-10-28T07:26:15Z</dcterms:created>
  <dcterms:modified xsi:type="dcterms:W3CDTF">2026-03-05T08:44:52Z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