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7302500" cy="9588500"/>
  <p:embeddedFontLst>
    <p:embeddedFont>
      <p:font typeface="Noto Sans Symbols" pitchFamily="2" charset="0"/>
      <p:regular r:id="rId19"/>
      <p:bold r:id="rId20"/>
    </p:embeddedFont>
    <p:embeddedFont>
      <p:font typeface="Tahoma" panose="020B0604030504040204" pitchFamily="3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BV+73paNyiN1hkrB0B/SqUbO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76"/>
  </p:normalViewPr>
  <p:slideViewPr>
    <p:cSldViewPr snapToGrid="0">
      <p:cViewPr varScale="1">
        <p:scale>
          <a:sx n="152" d="100"/>
          <a:sy n="152" d="100"/>
        </p:scale>
        <p:origin x="153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2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6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7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9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0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>
            <a:spLocks noGrp="1"/>
          </p:cNvSpPr>
          <p:nvPr>
            <p:ph type="chart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6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16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16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" name="Google Shape;13;p16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16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16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16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16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16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16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16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1" name="Google Shape;21;p16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22;p16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16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16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16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16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16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16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16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0" name="Google Shape;30;p16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1" name="Google Shape;31;p16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16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16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16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16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16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16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16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16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16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1" name="Google Shape;41;p16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16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16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16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16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16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16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16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16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0" name="Google Shape;50;p16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1" name="Google Shape;51;p16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2" name="Google Shape;52;p16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16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16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16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16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16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16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16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16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1" name="Google Shape;61;p16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2" name="Google Shape;62;p16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6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6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5" name="Google Shape;65;p16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6" name="Google Shape;66;p16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16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16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16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0" name="Google Shape;70;p16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1" name="Google Shape;71;p16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16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16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4" name="Google Shape;74;p16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6" name="Google Shape;76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8" name="Google Shape;88;p1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89" name="Google Shape;89;p18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cxnSp>
              <p:nvCxnSpPr>
                <p:cNvPr id="90" name="Google Shape;90;p1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" name="Google Shape;112;p18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cxnSp>
              <p:nvCxnSpPr>
                <p:cNvPr id="113" name="Google Shape;113;p1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" name="Google Shape;114;p1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5" name="Google Shape;115;p1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6" name="Google Shape;116;p1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1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8" name="Google Shape;118;p1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9" name="Google Shape;119;p1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0" name="Google Shape;120;p1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1" name="Google Shape;121;p1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1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3" name="Google Shape;123;p1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4" name="Google Shape;124;p1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5" name="Google Shape;125;p1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6" name="Google Shape;126;p1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7" name="Google Shape;127;p1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1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129;p1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1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1" name="Google Shape;131;p1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2" name="Google Shape;132;p1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3" name="Google Shape;133;p1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4" name="Google Shape;134;p1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5" name="Google Shape;135;p1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6" name="Google Shape;136;p1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42" name="Google Shape;142;p18" descr="60%"/>
            <p:cNvSpPr txBox="1"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5568" y="0"/>
              <a:ext cx="0" cy="1488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44" name="Google Shape;144;p18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cxnSp>
            <p:nvCxnSpPr>
              <p:cNvPr id="145" name="Google Shape;145;p18"/>
              <p:cNvCxnSpPr/>
              <p:nvPr/>
            </p:nvCxnSpPr>
            <p:spPr>
              <a:xfrm rot="10800000">
                <a:off x="96" y="1038"/>
                <a:ext cx="22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8"/>
              <p:cNvCxnSpPr/>
              <p:nvPr/>
            </p:nvCxnSpPr>
            <p:spPr>
              <a:xfrm>
                <a:off x="336" y="920"/>
                <a:ext cx="0" cy="28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18"/>
              <p:cNvSpPr/>
              <p:nvPr/>
            </p:nvSpPr>
            <p:spPr>
              <a:xfrm flipH="1">
                <a:off x="218" y="916"/>
                <a:ext cx="238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" name="Google Shape;149;p1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>
            <a:spLocks noGrp="1"/>
          </p:cNvSpPr>
          <p:nvPr>
            <p:ph type="ctrTitle"/>
          </p:nvPr>
        </p:nvSpPr>
        <p:spPr>
          <a:xfrm>
            <a:off x="1066800" y="17526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190" name="Google Shape;1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Objectives</a:t>
            </a:r>
            <a:endParaRPr/>
          </a:p>
        </p:txBody>
      </p:sp>
      <p:sp>
        <p:nvSpPr>
          <p:cNvPr id="196" name="Google Shape;196;p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CNN in TensorFlow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Implement the CNN model for classification</a:t>
            </a:r>
            <a:endParaRPr/>
          </a:p>
        </p:txBody>
      </p:sp>
      <p:sp>
        <p:nvSpPr>
          <p:cNvPr id="197" name="Google Shape;197;p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pic>
        <p:nvPicPr>
          <p:cNvPr id="198" name="Google Shape;1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Convolutions</a:t>
            </a:r>
            <a:endParaRPr/>
          </a:p>
        </p:txBody>
      </p:sp>
      <p:sp>
        <p:nvSpPr>
          <p:cNvPr id="206" name="Google Shape;206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07" name="Google Shape;207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Change the image in such a way that certain features in the image get emphasized</a:t>
            </a:r>
            <a:endParaRPr/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10" name="Google Shape;2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2665412"/>
            <a:ext cx="708660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Convolutions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18" name="Google Shape;218;p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filter, then the vertical lines in the image really pop out</a:t>
            </a:r>
            <a:endParaRPr/>
          </a:p>
        </p:txBody>
      </p:sp>
      <p:pic>
        <p:nvPicPr>
          <p:cNvPr id="219" name="Google Shape;2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21" name="Google Shape;22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2667000"/>
            <a:ext cx="7772400" cy="298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Convolutions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29" name="Google Shape;229;p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filter, the horizontal lines pop out</a:t>
            </a:r>
            <a:endParaRPr/>
          </a:p>
        </p:txBody>
      </p:sp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32" name="Google Shape;23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2514600"/>
            <a:ext cx="769620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Pooling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40" name="Google Shape;240;p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Pooling is a way of compressing an image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What kind of this pooling?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241" name="Google Shape;24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43" name="Google Shape;24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2382837"/>
            <a:ext cx="5791200" cy="29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Implementing Convolutional layers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51" name="Google Shape;251;p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8077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0" indent="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160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We're asking keras to generate 64 filters.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These filters are 3 by 3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Their activation is relu</a:t>
            </a:r>
            <a:r>
              <a:rPr lang="en-US" sz="1600"/>
              <a:t>→</a:t>
            </a: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negative values will be thrown way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input shape is as before, the 28 by 28.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That extra 1 just means that we are tallying using a single byte for color depth. </a:t>
            </a:r>
            <a:endParaRPr/>
          </a:p>
        </p:txBody>
      </p:sp>
      <p:pic>
        <p:nvPicPr>
          <p:cNvPr id="252" name="Google Shape;2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54" name="Google Shape;25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1643062"/>
            <a:ext cx="4495800" cy="2185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Implementing Pooling layers</a:t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62" name="Google Shape;262;p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924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endParaRPr sz="16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lvl="1" indent="-6095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 Pooling: two-by-two pool, so for every four pixels, the biggest one will survive </a:t>
            </a:r>
            <a:endParaRPr/>
          </a:p>
        </p:txBody>
      </p:sp>
      <p:pic>
        <p:nvPicPr>
          <p:cNvPr id="263" name="Google Shape;26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65" name="Google Shape;26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1600200"/>
            <a:ext cx="4953000" cy="237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Model.summary()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273" name="Google Shape;273;p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Inspect the layers of the model, and see the journey of the image through the convolutions</a:t>
            </a:r>
            <a:endParaRPr/>
          </a:p>
        </p:txBody>
      </p:sp>
      <p:pic>
        <p:nvPicPr>
          <p:cNvPr id="274" name="Google Shape;2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76" name="Google Shape;27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2819400"/>
            <a:ext cx="6553200" cy="3217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Fashion classifier with convolutions</a:t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284" name="Google Shape;284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5" name="Google Shape;28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87" name="Google Shape;28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1603375"/>
            <a:ext cx="7620000" cy="456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Fashion classifier with convolutions</a:t>
            </a:r>
            <a:endParaRPr/>
          </a:p>
        </p:txBody>
      </p:sp>
      <p:sp>
        <p:nvSpPr>
          <p:cNvPr id="294" name="Google Shape;294;p11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295" name="Google Shape;295;p1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744662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6" name="Google Shape;29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98" name="Google Shape;29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828800"/>
            <a:ext cx="72390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Fashion classifier with convolutions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06" name="Google Shape;306;p1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7" name="Google Shape;30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309" name="Google Shape;30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54187"/>
            <a:ext cx="7772400" cy="33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Neural network &amp; Convolutinal </a:t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17" name="Google Shape;317;p1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Neural Network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Discuss and give your opinions.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18" name="Google Shape;31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320" name="Google Shape;32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2209800"/>
            <a:ext cx="7391399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200" y="3886200"/>
            <a:ext cx="7391400" cy="106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27" name="Google Shape;327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CNN in TensorFlow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Implement the CNN model for classification</a:t>
            </a:r>
            <a:endParaRPr/>
          </a:p>
          <a:p>
            <a:pPr marL="342900" lvl="0" indent="-2667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pic>
        <p:nvPicPr>
          <p:cNvPr id="329" name="Google Shape;32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 txBox="1">
            <a:spLocks noGrp="1"/>
          </p:cNvSpPr>
          <p:nvPr>
            <p:ph type="title"/>
          </p:nvPr>
        </p:nvSpPr>
        <p:spPr>
          <a:xfrm>
            <a:off x="1143000" y="3124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 &amp; A</a:t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pic>
        <p:nvPicPr>
          <p:cNvPr id="337" name="Google Shape;33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Macintosh PowerPoint</Application>
  <PresentationFormat>On-screen Show (4:3)</PresentationFormat>
  <Paragraphs>95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Tahoma</vt:lpstr>
      <vt:lpstr>Noto Sans Symbols</vt:lpstr>
      <vt:lpstr>Arial</vt:lpstr>
      <vt:lpstr>1_Blueprint</vt:lpstr>
      <vt:lpstr>Blueprint</vt:lpstr>
      <vt:lpstr>Convolutional Neural Networks in TensorFlow</vt:lpstr>
      <vt:lpstr>Objectives</vt:lpstr>
      <vt:lpstr>Convolutions</vt:lpstr>
      <vt:lpstr>Convolutions</vt:lpstr>
      <vt:lpstr>Convolutions</vt:lpstr>
      <vt:lpstr>Pooling</vt:lpstr>
      <vt:lpstr>Implementing Convolutional layers</vt:lpstr>
      <vt:lpstr>Implementing Pooling layers</vt:lpstr>
      <vt:lpstr>Model.summary()</vt:lpstr>
      <vt:lpstr>Fashion classifier with convolutions</vt:lpstr>
      <vt:lpstr>Fashion classifier with convolutions</vt:lpstr>
      <vt:lpstr>Fashion classifier with convolutions</vt:lpstr>
      <vt:lpstr>Neural network &amp; Convolutinal </vt:lpstr>
      <vt:lpstr>Summary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. Daziel.vad</cp:lastModifiedBy>
  <cp:revision>1</cp:revision>
  <dcterms:created xsi:type="dcterms:W3CDTF">2022-10-28T07:26:15Z</dcterms:created>
  <dcterms:modified xsi:type="dcterms:W3CDTF">2026-01-12T08:53:35Z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