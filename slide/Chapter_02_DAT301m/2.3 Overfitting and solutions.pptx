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2.xml" ContentType="application/vnd.openxmlformats-officedocument.presentationml.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comment3.xml" ContentType="application/vnd.openxmlformats-officedocument.presentationml.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0"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9144000" cy="6858000" type="screen4x3"/>
  <p:notesSz cx="7302500" cy="9588500"/>
  <p:embeddedFontLst>
    <p:embeddedFont>
      <p:font typeface="Noto Sans Symbols" pitchFamily="2" charset="0"/>
      <p:regular r:id="rId25"/>
      <p:bold r:id="rId26"/>
    </p:embeddedFont>
    <p:embeddedFont>
      <p:font typeface="Tahoma" panose="020B0604030504040204" pitchFamily="3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gra7AJQQIMFbmbFKjdtXJwYG38/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hi Thu Hong Phan" initials="" lastIdx="3" clrIdx="0"/>
  <p:cmAuthor id="1" name="Hoa Doan" initials="" lastIdx="3"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694"/>
  </p:normalViewPr>
  <p:slideViewPr>
    <p:cSldViewPr snapToGrid="0">
      <p:cViewPr varScale="1">
        <p:scale>
          <a:sx n="121" d="100"/>
          <a:sy n="121" d="100"/>
        </p:scale>
        <p:origin x="1904"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6.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3-12-07T15:15:49.345" idx="1">
    <p:pos x="480" y="1056"/>
    <p:text>Giải thích thêm sự khác nhau giữa  batch size và steps per epoch</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AnkC6Gc"/>
      </p:ext>
    </p:extLst>
  </p:cm>
  <p:cm authorId="1" dt="2023-12-07T15:15:49.345" idx="1">
    <p:pos x="480" y="1056"/>
    <p:text>done: phần giải thích ở 2 slide cuối</p:text>
    <p:extLst>
      <p:ext uri="{C676402C-5697-4E1C-873F-D02D1690AC5C}">
        <p15:threadingInfo xmlns:p15="http://schemas.microsoft.com/office/powerpoint/2012/main" timeZoneBias="0">
          <p15:parentCm authorId="0" idx="1"/>
        </p15:threadingInfo>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CF98VY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3-12-07T15:00:24.244" idx="2">
    <p:pos x="6000" y="0"/>
    <p:text>Bổ sung tiêu đề các trục</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AnkC6GY"/>
      </p:ext>
    </p:extLst>
  </p:cm>
  <p:cm authorId="1" dt="2023-12-07T15:00:24.244" idx="2">
    <p:pos x="6000" y="0"/>
    <p:text>done</p:text>
    <p:extLst>
      <p:ext uri="{C676402C-5697-4E1C-873F-D02D1690AC5C}">
        <p15:threadingInfo xmlns:p15="http://schemas.microsoft.com/office/powerpoint/2012/main" timeZoneBias="0">
          <p15:parentCm authorId="0" idx="2"/>
        </p15:threadingInfo>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CF98VYg"/>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3-12-07T15:04:14.007" idx="3">
    <p:pos x="6000" y="0"/>
    <p:text>Thêm tiêu đề các trục</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AnkC6Gg"/>
      </p:ext>
    </p:extLst>
  </p:cm>
  <p:cm authorId="1" dt="2023-12-07T15:04:14.007" idx="3">
    <p:pos x="6000" y="0"/>
    <p:text>done</p:text>
    <p:extLst>
      <p:ext uri="{C676402C-5697-4E1C-873F-D02D1690AC5C}">
        <p15:threadingInfo xmlns:p15="http://schemas.microsoft.com/office/powerpoint/2012/main" timeZoneBias="0">
          <p15:parentCm authorId="0" idx="3"/>
        </p15:threadingInfo>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CF98VYk"/>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3887" cy="479425"/>
          </a:xfrm>
          <a:prstGeom prst="rect">
            <a:avLst/>
          </a:prstGeom>
          <a:noFill/>
          <a:ln>
            <a:noFill/>
          </a:ln>
        </p:spPr>
        <p:txBody>
          <a:bodyPr spcFirstLastPara="1" wrap="square" lIns="96500" tIns="48250" rIns="96500" bIns="4825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4138612" y="0"/>
            <a:ext cx="3163887" cy="479425"/>
          </a:xfrm>
          <a:prstGeom prst="rect">
            <a:avLst/>
          </a:prstGeom>
          <a:noFill/>
          <a:ln>
            <a:noFill/>
          </a:ln>
        </p:spPr>
        <p:txBody>
          <a:bodyPr spcFirstLastPara="1" wrap="square" lIns="96500" tIns="48250" rIns="96500" bIns="4825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109075"/>
            <a:ext cx="3163887" cy="479425"/>
          </a:xfrm>
          <a:prstGeom prst="rect">
            <a:avLst/>
          </a:prstGeom>
          <a:noFill/>
          <a:ln>
            <a:noFill/>
          </a:ln>
        </p:spPr>
        <p:txBody>
          <a:bodyPr spcFirstLastPara="1" wrap="square" lIns="96500" tIns="48250" rIns="96500" bIns="4825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strike="noStrike" cap="none">
                <a:solidFill>
                  <a:srgbClr val="000000"/>
                </a:solidFill>
                <a:latin typeface="Tahoma"/>
                <a:ea typeface="Tahoma"/>
                <a:cs typeface="Tahoma"/>
                <a:sym typeface="Tahoma"/>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1: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187" name="Google Shape;187;p1: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notes"/>
          <p:cNvSpPr txBox="1">
            <a:spLocks noGrp="1"/>
          </p:cNvSpPr>
          <p:nvPr>
            <p:ph type="body" idx="1"/>
          </p:nvPr>
        </p:nvSpPr>
        <p:spPr>
          <a:xfrm>
            <a:off x="973137" y="4554537"/>
            <a:ext cx="5356225" cy="4313237"/>
          </a:xfrm>
          <a:prstGeom prst="rect">
            <a:avLst/>
          </a:prstGeom>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193" name="Google Shape;193;p2: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3: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03" name="Google Shape;203;p3: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4: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 name="Google Shape;214;p4: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15" name="Google Shape;215;p4: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5: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5: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25" name="Google Shape;225;p5: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a:spLocks noGrp="1" noRot="1" noChangeAspect="1"/>
          </p:cNvSpPr>
          <p:nvPr>
            <p:ph type="sldImg" idx="2"/>
          </p:nvPr>
        </p:nvSpPr>
        <p:spPr>
          <a:xfrm>
            <a:off x="1255713"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6: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35" name="Google Shape;235;p6: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7:notes"/>
          <p:cNvSpPr>
            <a:spLocks noGrp="1" noRot="1" noChangeAspect="1"/>
          </p:cNvSpPr>
          <p:nvPr>
            <p:ph type="sldImg" idx="2"/>
          </p:nvPr>
        </p:nvSpPr>
        <p:spPr>
          <a:xfrm>
            <a:off x="1255713"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7: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45" name="Google Shape;245;p7: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8: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8: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55" name="Google Shape;255;p8: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9: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5" name="Google Shape;265;p9: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66" name="Google Shape;266;p9: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0: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p10: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77" name="Google Shape;277;p10: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1: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7" name="Google Shape;287;p11: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88" name="Google Shape;288;p11: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2: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9" name="Google Shape;299;p12: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00" name="Google Shape;300;p12: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3: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0" name="Google Shape;310;p13: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11" name="Google Shape;311;p13: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4: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1" name="Google Shape;321;p14: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22" name="Google Shape;322;p14: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5: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4" name="Google Shape;334;p15: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35" name="Google Shape;335;p15: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6: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5" name="Google Shape;345;p16: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46" name="Google Shape;346;p16: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7: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6" name="Google Shape;356;p17: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57" name="Google Shape;357;p17: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a382019348_0_39:notes"/>
          <p:cNvSpPr>
            <a:spLocks noGrp="1" noRot="1" noChangeAspect="1"/>
          </p:cNvSpPr>
          <p:nvPr>
            <p:ph type="sldImg" idx="2"/>
          </p:nvPr>
        </p:nvSpPr>
        <p:spPr>
          <a:xfrm>
            <a:off x="1255712" y="720725"/>
            <a:ext cx="4792800" cy="3594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2" name="Google Shape;372;g2a382019348_0_39:notes"/>
          <p:cNvSpPr txBox="1">
            <a:spLocks noGrp="1"/>
          </p:cNvSpPr>
          <p:nvPr>
            <p:ph type="body" idx="1"/>
          </p:nvPr>
        </p:nvSpPr>
        <p:spPr>
          <a:xfrm>
            <a:off x="973137" y="4554537"/>
            <a:ext cx="5356200" cy="4313100"/>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73" name="Google Shape;373;g2a382019348_0_39:notes"/>
          <p:cNvSpPr txBox="1"/>
          <p:nvPr/>
        </p:nvSpPr>
        <p:spPr>
          <a:xfrm>
            <a:off x="4138612" y="9109075"/>
            <a:ext cx="3163800" cy="479400"/>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a382019348_0_48:notes"/>
          <p:cNvSpPr>
            <a:spLocks noGrp="1" noRot="1" noChangeAspect="1"/>
          </p:cNvSpPr>
          <p:nvPr>
            <p:ph type="sldImg" idx="2"/>
          </p:nvPr>
        </p:nvSpPr>
        <p:spPr>
          <a:xfrm>
            <a:off x="1255712" y="720725"/>
            <a:ext cx="4792800" cy="3594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2" name="Google Shape;382;g2a382019348_0_48:notes"/>
          <p:cNvSpPr txBox="1">
            <a:spLocks noGrp="1"/>
          </p:cNvSpPr>
          <p:nvPr>
            <p:ph type="body" idx="1"/>
          </p:nvPr>
        </p:nvSpPr>
        <p:spPr>
          <a:xfrm>
            <a:off x="973137" y="4554537"/>
            <a:ext cx="5356200" cy="4313100"/>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83" name="Google Shape;383;g2a382019348_0_48:notes"/>
          <p:cNvSpPr txBox="1"/>
          <p:nvPr/>
        </p:nvSpPr>
        <p:spPr>
          <a:xfrm>
            <a:off x="4138612" y="9109075"/>
            <a:ext cx="3163800" cy="479400"/>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8:notes"/>
          <p:cNvSpPr txBox="1">
            <a:spLocks noGrp="1"/>
          </p:cNvSpPr>
          <p:nvPr>
            <p:ph type="body" idx="1"/>
          </p:nvPr>
        </p:nvSpPr>
        <p:spPr>
          <a:xfrm>
            <a:off x="973137" y="4554537"/>
            <a:ext cx="5356225" cy="4313237"/>
          </a:xfrm>
          <a:prstGeom prst="rect">
            <a:avLst/>
          </a:prstGeom>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92" name="Google Shape;392;p18: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19:notes"/>
          <p:cNvSpPr txBox="1">
            <a:spLocks noGrp="1"/>
          </p:cNvSpPr>
          <p:nvPr>
            <p:ph type="body" idx="1"/>
          </p:nvPr>
        </p:nvSpPr>
        <p:spPr>
          <a:xfrm>
            <a:off x="973137" y="4554537"/>
            <a:ext cx="5356225" cy="4313237"/>
          </a:xfrm>
          <a:prstGeom prst="rect">
            <a:avLst/>
          </a:prstGeom>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401" name="Google Shape;401;p19: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0"/>
        <p:cNvGrpSpPr/>
        <p:nvPr/>
      </p:nvGrpSpPr>
      <p:grpSpPr>
        <a:xfrm>
          <a:off x="0" y="0"/>
          <a:ext cx="0" cy="0"/>
          <a:chOff x="0" y="0"/>
          <a:chExt cx="0" cy="0"/>
        </a:xfrm>
      </p:grpSpPr>
      <p:sp>
        <p:nvSpPr>
          <p:cNvPr id="81" name="Google Shape;81;p21"/>
          <p:cNvSpPr txBox="1">
            <a:spLocks noGrp="1"/>
          </p:cNvSpPr>
          <p:nvPr>
            <p:ph type="ctrTitle"/>
          </p:nvPr>
        </p:nvSpPr>
        <p:spPr>
          <a:xfrm>
            <a:off x="990600" y="17526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1" descr="Rectangle: Click to edit Master text styles&#10;Second level&#10;Third level&#10;Fourth level&#10;Fifth level"/>
          <p:cNvSpPr txBox="1">
            <a:spLocks noGrp="1"/>
          </p:cNvSpPr>
          <p:nvPr>
            <p:ph type="subTitle" idx="1"/>
          </p:nvPr>
        </p:nvSpPr>
        <p:spPr>
          <a:xfrm>
            <a:off x="990600" y="3309938"/>
            <a:ext cx="6400800" cy="1752600"/>
          </a:xfrm>
          <a:prstGeom prst="rect">
            <a:avLst/>
          </a:prstGeom>
          <a:noFill/>
          <a:ln>
            <a:noFill/>
          </a:ln>
        </p:spPr>
        <p:txBody>
          <a:bodyPr spcFirstLastPara="1" wrap="square" lIns="91425" tIns="45700" rIns="91425" bIns="45700" anchor="t" anchorCtr="0">
            <a:noAutofit/>
          </a:bodyPr>
          <a:lstStyle>
            <a:lvl1pPr lvl="0" algn="l">
              <a:spcBef>
                <a:spcPts val="640"/>
              </a:spcBef>
              <a:spcAft>
                <a:spcPts val="0"/>
              </a:spcAft>
              <a:buSzPts val="192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spcBef>
                <a:spcPts val="360"/>
              </a:spcBef>
              <a:spcAft>
                <a:spcPts val="0"/>
              </a:spcAft>
              <a:buSzPts val="1080"/>
              <a:buChar char="■"/>
              <a:defRPr/>
            </a:lvl6pPr>
            <a:lvl7pPr lvl="6" algn="l">
              <a:spcBef>
                <a:spcPts val="360"/>
              </a:spcBef>
              <a:spcAft>
                <a:spcPts val="0"/>
              </a:spcAft>
              <a:buSzPts val="1080"/>
              <a:buChar char="■"/>
              <a:defRPr/>
            </a:lvl7pPr>
            <a:lvl8pPr lvl="7" algn="l">
              <a:spcBef>
                <a:spcPts val="360"/>
              </a:spcBef>
              <a:spcAft>
                <a:spcPts val="0"/>
              </a:spcAft>
              <a:buSzPts val="1080"/>
              <a:buChar char="■"/>
              <a:defRPr/>
            </a:lvl8pPr>
            <a:lvl9pPr lvl="8" algn="l">
              <a:spcBef>
                <a:spcPts val="360"/>
              </a:spcBef>
              <a:spcAft>
                <a:spcPts val="0"/>
              </a:spcAft>
              <a:buSzPts val="1080"/>
              <a:buChar char="■"/>
              <a:defRPr/>
            </a:lvl9pPr>
          </a:lstStyle>
          <a:p>
            <a:endParaRPr/>
          </a:p>
        </p:txBody>
      </p:sp>
      <p:sp>
        <p:nvSpPr>
          <p:cNvPr id="83" name="Google Shape;83;p21"/>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
        <p:nvSpPr>
          <p:cNvPr id="84" name="Google Shape;84;p21"/>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1"/>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ext and Chart" type="txAndChart">
  <p:cSld name="TEXT_AND_CHART">
    <p:spTree>
      <p:nvGrpSpPr>
        <p:cNvPr id="1" name="Shape 153"/>
        <p:cNvGrpSpPr/>
        <p:nvPr/>
      </p:nvGrpSpPr>
      <p:grpSpPr>
        <a:xfrm>
          <a:off x="0" y="0"/>
          <a:ext cx="0" cy="0"/>
          <a:chOff x="0" y="0"/>
          <a:chExt cx="0" cy="0"/>
        </a:xfrm>
      </p:grpSpPr>
      <p:sp>
        <p:nvSpPr>
          <p:cNvPr id="154" name="Google Shape;154;p23"/>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23"/>
          <p:cNvSpPr txBox="1">
            <a:spLocks noGrp="1"/>
          </p:cNvSpPr>
          <p:nvPr>
            <p:ph type="body" idx="1"/>
          </p:nvPr>
        </p:nvSpPr>
        <p:spPr>
          <a:xfrm>
            <a:off x="838200" y="1905000"/>
            <a:ext cx="3810000" cy="41148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7180" algn="l">
              <a:spcBef>
                <a:spcPts val="360"/>
              </a:spcBef>
              <a:spcAft>
                <a:spcPts val="0"/>
              </a:spcAft>
              <a:buSzPts val="1080"/>
              <a:buChar char="■"/>
              <a:defRPr/>
            </a:lvl2pPr>
            <a:lvl3pPr marL="1371600" lvl="2" indent="-337185" algn="l">
              <a:spcBef>
                <a:spcPts val="360"/>
              </a:spcBef>
              <a:spcAft>
                <a:spcPts val="0"/>
              </a:spcAft>
              <a:buSzPts val="1710"/>
              <a:buChar char="⬥"/>
              <a:defRPr/>
            </a:lvl3pPr>
            <a:lvl4pPr marL="1828800" lvl="3" indent="-302894" algn="l">
              <a:spcBef>
                <a:spcPts val="360"/>
              </a:spcBef>
              <a:spcAft>
                <a:spcPts val="0"/>
              </a:spcAft>
              <a:buSzPts val="1170"/>
              <a:buChar char="■"/>
              <a:defRPr/>
            </a:lvl4pPr>
            <a:lvl5pPr marL="2286000" lvl="4" indent="-297179" algn="l">
              <a:spcBef>
                <a:spcPts val="360"/>
              </a:spcBef>
              <a:spcAft>
                <a:spcPts val="0"/>
              </a:spcAft>
              <a:buSzPts val="1080"/>
              <a:buChar char="■"/>
              <a:defRPr/>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156" name="Google Shape;156;p23"/>
          <p:cNvSpPr>
            <a:spLocks noGrp="1"/>
          </p:cNvSpPr>
          <p:nvPr>
            <p:ph type="chart" idx="2"/>
          </p:nvPr>
        </p:nvSpPr>
        <p:spPr>
          <a:xfrm>
            <a:off x="4800600" y="1905000"/>
            <a:ext cx="38100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1920"/>
              <a:buFont typeface="Noto Sans Symbols"/>
              <a:buChar char="❑"/>
              <a:defRPr sz="3200" b="0" i="0" u="none" strike="noStrike" cap="none">
                <a:solidFill>
                  <a:schemeClr val="dk1"/>
                </a:solidFill>
                <a:latin typeface="Tahoma"/>
                <a:ea typeface="Tahoma"/>
                <a:cs typeface="Tahoma"/>
                <a:sym typeface="Tahoma"/>
              </a:defRPr>
            </a:lvl1pPr>
            <a:lvl2pPr marR="0" lvl="1" algn="l" rtl="0">
              <a:spcBef>
                <a:spcPts val="560"/>
              </a:spcBef>
              <a:spcAft>
                <a:spcPts val="0"/>
              </a:spcAft>
              <a:buClr>
                <a:schemeClr val="dk1"/>
              </a:buClr>
              <a:buSzPts val="1680"/>
              <a:buFont typeface="Noto Sans Symbols"/>
              <a:buChar char="■"/>
              <a:defRPr sz="2800" b="0" i="0" u="none" strike="noStrike" cap="none">
                <a:solidFill>
                  <a:schemeClr val="dk1"/>
                </a:solidFill>
                <a:latin typeface="Tahoma"/>
                <a:ea typeface="Tahoma"/>
                <a:cs typeface="Tahoma"/>
                <a:sym typeface="Tahoma"/>
              </a:defRPr>
            </a:lvl2pPr>
            <a:lvl3pPr marR="0" lvl="2" algn="l" rtl="0">
              <a:spcBef>
                <a:spcPts val="480"/>
              </a:spcBef>
              <a:spcAft>
                <a:spcPts val="0"/>
              </a:spcAft>
              <a:buClr>
                <a:schemeClr val="hlink"/>
              </a:buClr>
              <a:buSzPts val="2280"/>
              <a:buFont typeface="Noto Sans Symbols"/>
              <a:buChar char="⬥"/>
              <a:defRPr sz="2400" b="0" i="0" u="none" strike="noStrike" cap="none">
                <a:solidFill>
                  <a:schemeClr val="dk1"/>
                </a:solidFill>
                <a:latin typeface="Tahoma"/>
                <a:ea typeface="Tahoma"/>
                <a:cs typeface="Tahoma"/>
                <a:sym typeface="Tahoma"/>
              </a:defRPr>
            </a:lvl3pPr>
            <a:lvl4pPr marR="0" lvl="3" algn="l" rtl="0">
              <a:spcBef>
                <a:spcPts val="400"/>
              </a:spcBef>
              <a:spcAft>
                <a:spcPts val="0"/>
              </a:spcAft>
              <a:buClr>
                <a:schemeClr val="dk1"/>
              </a:buClr>
              <a:buSzPts val="1300"/>
              <a:buFont typeface="Noto Sans Symbols"/>
              <a:buChar char="■"/>
              <a:defRPr sz="2000" b="0" i="0" u="none" strike="noStrike" cap="none">
                <a:solidFill>
                  <a:schemeClr val="dk1"/>
                </a:solidFill>
                <a:latin typeface="Tahoma"/>
                <a:ea typeface="Tahoma"/>
                <a:cs typeface="Tahoma"/>
                <a:sym typeface="Tahoma"/>
              </a:defRPr>
            </a:lvl4pPr>
            <a:lvl5pPr marR="0" lvl="4"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5pPr>
            <a:lvl6pPr marR="0" lvl="5"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6pPr>
            <a:lvl7pPr marR="0" lvl="6"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7pPr>
            <a:lvl8pPr marR="0" lvl="7"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8pPr>
            <a:lvl9pPr marR="0" lvl="8"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57" name="Google Shape;157;p23"/>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23"/>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23"/>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160"/>
        <p:cNvGrpSpPr/>
        <p:nvPr/>
      </p:nvGrpSpPr>
      <p:grpSpPr>
        <a:xfrm>
          <a:off x="0" y="0"/>
          <a:ext cx="0" cy="0"/>
          <a:chOff x="0" y="0"/>
          <a:chExt cx="0" cy="0"/>
        </a:xfrm>
      </p:grpSpPr>
      <p:sp>
        <p:nvSpPr>
          <p:cNvPr id="161" name="Google Shape;161;p24"/>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24"/>
          <p:cNvSpPr txBox="1">
            <a:spLocks noGrp="1"/>
          </p:cNvSpPr>
          <p:nvPr>
            <p:ph type="body" idx="1"/>
          </p:nvPr>
        </p:nvSpPr>
        <p:spPr>
          <a:xfrm>
            <a:off x="838200" y="1905000"/>
            <a:ext cx="3810000" cy="41148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7180" algn="l">
              <a:spcBef>
                <a:spcPts val="360"/>
              </a:spcBef>
              <a:spcAft>
                <a:spcPts val="0"/>
              </a:spcAft>
              <a:buSzPts val="1080"/>
              <a:buChar char="■"/>
              <a:defRPr/>
            </a:lvl2pPr>
            <a:lvl3pPr marL="1371600" lvl="2" indent="-337185" algn="l">
              <a:spcBef>
                <a:spcPts val="360"/>
              </a:spcBef>
              <a:spcAft>
                <a:spcPts val="0"/>
              </a:spcAft>
              <a:buSzPts val="1710"/>
              <a:buChar char="⬥"/>
              <a:defRPr/>
            </a:lvl3pPr>
            <a:lvl4pPr marL="1828800" lvl="3" indent="-302894" algn="l">
              <a:spcBef>
                <a:spcPts val="360"/>
              </a:spcBef>
              <a:spcAft>
                <a:spcPts val="0"/>
              </a:spcAft>
              <a:buSzPts val="1170"/>
              <a:buChar char="■"/>
              <a:defRPr/>
            </a:lvl4pPr>
            <a:lvl5pPr marL="2286000" lvl="4" indent="-297179" algn="l">
              <a:spcBef>
                <a:spcPts val="360"/>
              </a:spcBef>
              <a:spcAft>
                <a:spcPts val="0"/>
              </a:spcAft>
              <a:buSzPts val="1080"/>
              <a:buChar char="■"/>
              <a:defRPr/>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163" name="Google Shape;163;p24"/>
          <p:cNvSpPr txBox="1">
            <a:spLocks noGrp="1"/>
          </p:cNvSpPr>
          <p:nvPr>
            <p:ph type="body" idx="2"/>
          </p:nvPr>
        </p:nvSpPr>
        <p:spPr>
          <a:xfrm>
            <a:off x="4800600" y="1905000"/>
            <a:ext cx="3810000" cy="41148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7180" algn="l">
              <a:spcBef>
                <a:spcPts val="360"/>
              </a:spcBef>
              <a:spcAft>
                <a:spcPts val="0"/>
              </a:spcAft>
              <a:buSzPts val="1080"/>
              <a:buChar char="■"/>
              <a:defRPr/>
            </a:lvl2pPr>
            <a:lvl3pPr marL="1371600" lvl="2" indent="-337185" algn="l">
              <a:spcBef>
                <a:spcPts val="360"/>
              </a:spcBef>
              <a:spcAft>
                <a:spcPts val="0"/>
              </a:spcAft>
              <a:buSzPts val="1710"/>
              <a:buChar char="⬥"/>
              <a:defRPr/>
            </a:lvl3pPr>
            <a:lvl4pPr marL="1828800" lvl="3" indent="-302894" algn="l">
              <a:spcBef>
                <a:spcPts val="360"/>
              </a:spcBef>
              <a:spcAft>
                <a:spcPts val="0"/>
              </a:spcAft>
              <a:buSzPts val="1170"/>
              <a:buChar char="■"/>
              <a:defRPr/>
            </a:lvl4pPr>
            <a:lvl5pPr marL="2286000" lvl="4" indent="-297179" algn="l">
              <a:spcBef>
                <a:spcPts val="360"/>
              </a:spcBef>
              <a:spcAft>
                <a:spcPts val="0"/>
              </a:spcAft>
              <a:buSzPts val="1080"/>
              <a:buChar char="■"/>
              <a:defRPr/>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164" name="Google Shape;164;p24"/>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24"/>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24"/>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7"/>
        <p:cNvGrpSpPr/>
        <p:nvPr/>
      </p:nvGrpSpPr>
      <p:grpSpPr>
        <a:xfrm>
          <a:off x="0" y="0"/>
          <a:ext cx="0" cy="0"/>
          <a:chOff x="0" y="0"/>
          <a:chExt cx="0" cy="0"/>
        </a:xfrm>
      </p:grpSpPr>
      <p:sp>
        <p:nvSpPr>
          <p:cNvPr id="168" name="Google Shape;168;p25"/>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25"/>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25"/>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1"/>
        <p:cNvGrpSpPr/>
        <p:nvPr/>
      </p:nvGrpSpPr>
      <p:grpSpPr>
        <a:xfrm>
          <a:off x="0" y="0"/>
          <a:ext cx="0" cy="0"/>
          <a:chOff x="0" y="0"/>
          <a:chExt cx="0" cy="0"/>
        </a:xfrm>
      </p:grpSpPr>
      <p:sp>
        <p:nvSpPr>
          <p:cNvPr id="172" name="Google Shape;172;p26"/>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26"/>
          <p:cNvSpPr txBox="1">
            <a:spLocks noGrp="1"/>
          </p:cNvSpPr>
          <p:nvPr>
            <p:ph type="body" idx="1"/>
          </p:nvPr>
        </p:nvSpPr>
        <p:spPr>
          <a:xfrm>
            <a:off x="838200" y="1905000"/>
            <a:ext cx="3810000" cy="4114800"/>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20040" algn="l">
              <a:spcBef>
                <a:spcPts val="480"/>
              </a:spcBef>
              <a:spcAft>
                <a:spcPts val="0"/>
              </a:spcAft>
              <a:buSzPts val="1440"/>
              <a:buChar char="■"/>
              <a:defRPr sz="2400"/>
            </a:lvl2pPr>
            <a:lvl3pPr marL="1371600" lvl="2" indent="-349250" algn="l">
              <a:spcBef>
                <a:spcPts val="400"/>
              </a:spcBef>
              <a:spcAft>
                <a:spcPts val="0"/>
              </a:spcAft>
              <a:buSzPts val="1900"/>
              <a:buChar char="⬥"/>
              <a:defRPr sz="2000"/>
            </a:lvl3pPr>
            <a:lvl4pPr marL="1828800" lvl="3" indent="-302894" algn="l">
              <a:spcBef>
                <a:spcPts val="360"/>
              </a:spcBef>
              <a:spcAft>
                <a:spcPts val="0"/>
              </a:spcAft>
              <a:buSzPts val="1170"/>
              <a:buChar char="■"/>
              <a:defRPr sz="1800"/>
            </a:lvl4pPr>
            <a:lvl5pPr marL="2286000" lvl="4" indent="-297179" algn="l">
              <a:spcBef>
                <a:spcPts val="360"/>
              </a:spcBef>
              <a:spcAft>
                <a:spcPts val="0"/>
              </a:spcAft>
              <a:buSzPts val="1080"/>
              <a:buChar char="■"/>
              <a:defRPr sz="1800"/>
            </a:lvl5pPr>
            <a:lvl6pPr marL="2743200" lvl="5" indent="-297179" algn="l">
              <a:spcBef>
                <a:spcPts val="360"/>
              </a:spcBef>
              <a:spcAft>
                <a:spcPts val="0"/>
              </a:spcAft>
              <a:buSzPts val="1080"/>
              <a:buChar char="■"/>
              <a:defRPr sz="1800"/>
            </a:lvl6pPr>
            <a:lvl7pPr marL="3200400" lvl="6" indent="-297179" algn="l">
              <a:spcBef>
                <a:spcPts val="360"/>
              </a:spcBef>
              <a:spcAft>
                <a:spcPts val="0"/>
              </a:spcAft>
              <a:buSzPts val="1080"/>
              <a:buChar char="■"/>
              <a:defRPr sz="1800"/>
            </a:lvl7pPr>
            <a:lvl8pPr marL="3657600" lvl="7" indent="-297179" algn="l">
              <a:spcBef>
                <a:spcPts val="360"/>
              </a:spcBef>
              <a:spcAft>
                <a:spcPts val="0"/>
              </a:spcAft>
              <a:buSzPts val="1080"/>
              <a:buChar char="■"/>
              <a:defRPr sz="1800"/>
            </a:lvl8pPr>
            <a:lvl9pPr marL="4114800" lvl="8" indent="-297179" algn="l">
              <a:spcBef>
                <a:spcPts val="360"/>
              </a:spcBef>
              <a:spcAft>
                <a:spcPts val="0"/>
              </a:spcAft>
              <a:buSzPts val="1080"/>
              <a:buChar char="■"/>
              <a:defRPr sz="1800"/>
            </a:lvl9pPr>
          </a:lstStyle>
          <a:p>
            <a:endParaRPr/>
          </a:p>
        </p:txBody>
      </p:sp>
      <p:sp>
        <p:nvSpPr>
          <p:cNvPr id="174" name="Google Shape;174;p26"/>
          <p:cNvSpPr txBox="1">
            <a:spLocks noGrp="1"/>
          </p:cNvSpPr>
          <p:nvPr>
            <p:ph type="body" idx="2"/>
          </p:nvPr>
        </p:nvSpPr>
        <p:spPr>
          <a:xfrm>
            <a:off x="4800600" y="1905000"/>
            <a:ext cx="3810000" cy="4114800"/>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20040" algn="l">
              <a:spcBef>
                <a:spcPts val="480"/>
              </a:spcBef>
              <a:spcAft>
                <a:spcPts val="0"/>
              </a:spcAft>
              <a:buSzPts val="1440"/>
              <a:buChar char="■"/>
              <a:defRPr sz="2400"/>
            </a:lvl2pPr>
            <a:lvl3pPr marL="1371600" lvl="2" indent="-349250" algn="l">
              <a:spcBef>
                <a:spcPts val="400"/>
              </a:spcBef>
              <a:spcAft>
                <a:spcPts val="0"/>
              </a:spcAft>
              <a:buSzPts val="1900"/>
              <a:buChar char="⬥"/>
              <a:defRPr sz="2000"/>
            </a:lvl3pPr>
            <a:lvl4pPr marL="1828800" lvl="3" indent="-302894" algn="l">
              <a:spcBef>
                <a:spcPts val="360"/>
              </a:spcBef>
              <a:spcAft>
                <a:spcPts val="0"/>
              </a:spcAft>
              <a:buSzPts val="1170"/>
              <a:buChar char="■"/>
              <a:defRPr sz="1800"/>
            </a:lvl4pPr>
            <a:lvl5pPr marL="2286000" lvl="4" indent="-297179" algn="l">
              <a:spcBef>
                <a:spcPts val="360"/>
              </a:spcBef>
              <a:spcAft>
                <a:spcPts val="0"/>
              </a:spcAft>
              <a:buSzPts val="1080"/>
              <a:buChar char="■"/>
              <a:defRPr sz="1800"/>
            </a:lvl5pPr>
            <a:lvl6pPr marL="2743200" lvl="5" indent="-297179" algn="l">
              <a:spcBef>
                <a:spcPts val="360"/>
              </a:spcBef>
              <a:spcAft>
                <a:spcPts val="0"/>
              </a:spcAft>
              <a:buSzPts val="1080"/>
              <a:buChar char="■"/>
              <a:defRPr sz="1800"/>
            </a:lvl6pPr>
            <a:lvl7pPr marL="3200400" lvl="6" indent="-297179" algn="l">
              <a:spcBef>
                <a:spcPts val="360"/>
              </a:spcBef>
              <a:spcAft>
                <a:spcPts val="0"/>
              </a:spcAft>
              <a:buSzPts val="1080"/>
              <a:buChar char="■"/>
              <a:defRPr sz="1800"/>
            </a:lvl7pPr>
            <a:lvl8pPr marL="3657600" lvl="7" indent="-297179" algn="l">
              <a:spcBef>
                <a:spcPts val="360"/>
              </a:spcBef>
              <a:spcAft>
                <a:spcPts val="0"/>
              </a:spcAft>
              <a:buSzPts val="1080"/>
              <a:buChar char="■"/>
              <a:defRPr sz="1800"/>
            </a:lvl8pPr>
            <a:lvl9pPr marL="4114800" lvl="8" indent="-297179" algn="l">
              <a:spcBef>
                <a:spcPts val="360"/>
              </a:spcBef>
              <a:spcAft>
                <a:spcPts val="0"/>
              </a:spcAft>
              <a:buSzPts val="1080"/>
              <a:buChar char="■"/>
              <a:defRPr sz="1800"/>
            </a:lvl9pPr>
          </a:lstStyle>
          <a:p>
            <a:endParaRPr/>
          </a:p>
        </p:txBody>
      </p:sp>
      <p:sp>
        <p:nvSpPr>
          <p:cNvPr id="175" name="Google Shape;175;p26"/>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26"/>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26"/>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8"/>
        <p:cNvGrpSpPr/>
        <p:nvPr/>
      </p:nvGrpSpPr>
      <p:grpSpPr>
        <a:xfrm>
          <a:off x="0" y="0"/>
          <a:ext cx="0" cy="0"/>
          <a:chOff x="0" y="0"/>
          <a:chExt cx="0" cy="0"/>
        </a:xfrm>
      </p:grpSpPr>
      <p:sp>
        <p:nvSpPr>
          <p:cNvPr id="179" name="Google Shape;179;p27"/>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27"/>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7180" algn="l">
              <a:spcBef>
                <a:spcPts val="360"/>
              </a:spcBef>
              <a:spcAft>
                <a:spcPts val="0"/>
              </a:spcAft>
              <a:buSzPts val="1080"/>
              <a:buChar char="■"/>
              <a:defRPr/>
            </a:lvl2pPr>
            <a:lvl3pPr marL="1371600" lvl="2" indent="-337185" algn="l">
              <a:spcBef>
                <a:spcPts val="360"/>
              </a:spcBef>
              <a:spcAft>
                <a:spcPts val="0"/>
              </a:spcAft>
              <a:buSzPts val="1710"/>
              <a:buChar char="⬥"/>
              <a:defRPr/>
            </a:lvl3pPr>
            <a:lvl4pPr marL="1828800" lvl="3" indent="-302894" algn="l">
              <a:spcBef>
                <a:spcPts val="360"/>
              </a:spcBef>
              <a:spcAft>
                <a:spcPts val="0"/>
              </a:spcAft>
              <a:buSzPts val="1170"/>
              <a:buChar char="■"/>
              <a:defRPr/>
            </a:lvl4pPr>
            <a:lvl5pPr marL="2286000" lvl="4" indent="-297179" algn="l">
              <a:spcBef>
                <a:spcPts val="360"/>
              </a:spcBef>
              <a:spcAft>
                <a:spcPts val="0"/>
              </a:spcAft>
              <a:buSzPts val="1080"/>
              <a:buChar char="■"/>
              <a:defRPr/>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181" name="Google Shape;181;p27"/>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27"/>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27"/>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20"/>
          <p:cNvGrpSpPr/>
          <p:nvPr/>
        </p:nvGrpSpPr>
        <p:grpSpPr>
          <a:xfrm>
            <a:off x="0" y="0"/>
            <a:ext cx="9144000" cy="6858000"/>
            <a:chOff x="0" y="0"/>
            <a:chExt cx="5760" cy="4320"/>
          </a:xfrm>
        </p:grpSpPr>
        <p:grpSp>
          <p:nvGrpSpPr>
            <p:cNvPr id="11" name="Google Shape;11;p20"/>
            <p:cNvGrpSpPr/>
            <p:nvPr/>
          </p:nvGrpSpPr>
          <p:grpSpPr>
            <a:xfrm>
              <a:off x="0" y="0"/>
              <a:ext cx="5760" cy="4320"/>
              <a:chOff x="0" y="0"/>
              <a:chExt cx="5760" cy="4320"/>
            </a:xfrm>
          </p:grpSpPr>
          <p:sp>
            <p:nvSpPr>
              <p:cNvPr id="12" name="Google Shape;12;p20"/>
              <p:cNvSpPr txBox="1"/>
              <p:nvPr/>
            </p:nvSpPr>
            <p:spPr>
              <a:xfrm>
                <a:off x="2112" y="0"/>
                <a:ext cx="3648" cy="96"/>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nvGrpSpPr>
              <p:cNvPr id="13" name="Google Shape;13;p20"/>
              <p:cNvGrpSpPr/>
              <p:nvPr/>
            </p:nvGrpSpPr>
            <p:grpSpPr>
              <a:xfrm>
                <a:off x="0" y="0"/>
                <a:ext cx="5760" cy="4320"/>
                <a:chOff x="0" y="0"/>
                <a:chExt cx="5760" cy="4320"/>
              </a:xfrm>
            </p:grpSpPr>
            <p:cxnSp>
              <p:nvCxnSpPr>
                <p:cNvPr id="14" name="Google Shape;14;p20"/>
                <p:cNvCxnSpPr/>
                <p:nvPr/>
              </p:nvCxnSpPr>
              <p:spPr>
                <a:xfrm>
                  <a:off x="0" y="19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 name="Google Shape;15;p20"/>
                <p:cNvCxnSpPr/>
                <p:nvPr/>
              </p:nvCxnSpPr>
              <p:spPr>
                <a:xfrm>
                  <a:off x="0" y="38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6" name="Google Shape;16;p20"/>
                <p:cNvCxnSpPr/>
                <p:nvPr/>
              </p:nvCxnSpPr>
              <p:spPr>
                <a:xfrm>
                  <a:off x="0" y="57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7" name="Google Shape;17;p20"/>
                <p:cNvCxnSpPr/>
                <p:nvPr/>
              </p:nvCxnSpPr>
              <p:spPr>
                <a:xfrm>
                  <a:off x="0" y="76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8" name="Google Shape;18;p20"/>
                <p:cNvCxnSpPr/>
                <p:nvPr/>
              </p:nvCxnSpPr>
              <p:spPr>
                <a:xfrm>
                  <a:off x="0" y="96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9" name="Google Shape;19;p20"/>
                <p:cNvCxnSpPr/>
                <p:nvPr/>
              </p:nvCxnSpPr>
              <p:spPr>
                <a:xfrm>
                  <a:off x="0" y="115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0" name="Google Shape;20;p20"/>
                <p:cNvCxnSpPr/>
                <p:nvPr/>
              </p:nvCxnSpPr>
              <p:spPr>
                <a:xfrm>
                  <a:off x="0" y="134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1" name="Google Shape;21;p20"/>
                <p:cNvCxnSpPr/>
                <p:nvPr/>
              </p:nvCxnSpPr>
              <p:spPr>
                <a:xfrm>
                  <a:off x="0" y="153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2" name="Google Shape;22;p20"/>
                <p:cNvCxnSpPr/>
                <p:nvPr/>
              </p:nvCxnSpPr>
              <p:spPr>
                <a:xfrm>
                  <a:off x="0" y="172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3" name="Google Shape;23;p20"/>
                <p:cNvCxnSpPr/>
                <p:nvPr/>
              </p:nvCxnSpPr>
              <p:spPr>
                <a:xfrm>
                  <a:off x="0" y="192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4" name="Google Shape;24;p20"/>
                <p:cNvCxnSpPr/>
                <p:nvPr/>
              </p:nvCxnSpPr>
              <p:spPr>
                <a:xfrm>
                  <a:off x="0" y="211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5" name="Google Shape;25;p20"/>
                <p:cNvCxnSpPr/>
                <p:nvPr/>
              </p:nvCxnSpPr>
              <p:spPr>
                <a:xfrm>
                  <a:off x="0" y="230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6" name="Google Shape;26;p20"/>
                <p:cNvCxnSpPr/>
                <p:nvPr/>
              </p:nvCxnSpPr>
              <p:spPr>
                <a:xfrm>
                  <a:off x="0" y="249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7" name="Google Shape;27;p20"/>
                <p:cNvCxnSpPr/>
                <p:nvPr/>
              </p:nvCxnSpPr>
              <p:spPr>
                <a:xfrm>
                  <a:off x="0" y="268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8" name="Google Shape;28;p20"/>
                <p:cNvCxnSpPr/>
                <p:nvPr/>
              </p:nvCxnSpPr>
              <p:spPr>
                <a:xfrm>
                  <a:off x="0" y="288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9" name="Google Shape;29;p20"/>
                <p:cNvCxnSpPr/>
                <p:nvPr/>
              </p:nvCxnSpPr>
              <p:spPr>
                <a:xfrm>
                  <a:off x="0" y="307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0" name="Google Shape;30;p20"/>
                <p:cNvCxnSpPr/>
                <p:nvPr/>
              </p:nvCxnSpPr>
              <p:spPr>
                <a:xfrm>
                  <a:off x="0" y="326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1" name="Google Shape;31;p20"/>
                <p:cNvCxnSpPr/>
                <p:nvPr/>
              </p:nvCxnSpPr>
              <p:spPr>
                <a:xfrm>
                  <a:off x="0" y="345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2" name="Google Shape;32;p20"/>
                <p:cNvCxnSpPr/>
                <p:nvPr/>
              </p:nvCxnSpPr>
              <p:spPr>
                <a:xfrm>
                  <a:off x="0" y="364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3" name="Google Shape;33;p20"/>
                <p:cNvCxnSpPr/>
                <p:nvPr/>
              </p:nvCxnSpPr>
              <p:spPr>
                <a:xfrm>
                  <a:off x="0" y="384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4" name="Google Shape;34;p20"/>
                <p:cNvCxnSpPr/>
                <p:nvPr/>
              </p:nvCxnSpPr>
              <p:spPr>
                <a:xfrm>
                  <a:off x="0" y="403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5" name="Google Shape;35;p20"/>
                <p:cNvCxnSpPr/>
                <p:nvPr/>
              </p:nvCxnSpPr>
              <p:spPr>
                <a:xfrm>
                  <a:off x="0" y="422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6" name="Google Shape;36;p20"/>
                <p:cNvCxnSpPr/>
                <p:nvPr/>
              </p:nvCxnSpPr>
              <p:spPr>
                <a:xfrm>
                  <a:off x="19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37" name="Google Shape;37;p20"/>
                <p:cNvCxnSpPr/>
                <p:nvPr/>
              </p:nvCxnSpPr>
              <p:spPr>
                <a:xfrm>
                  <a:off x="38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38" name="Google Shape;38;p20"/>
                <p:cNvCxnSpPr/>
                <p:nvPr/>
              </p:nvCxnSpPr>
              <p:spPr>
                <a:xfrm>
                  <a:off x="57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39" name="Google Shape;39;p20"/>
                <p:cNvCxnSpPr/>
                <p:nvPr/>
              </p:nvCxnSpPr>
              <p:spPr>
                <a:xfrm>
                  <a:off x="76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0" name="Google Shape;40;p20"/>
                <p:cNvCxnSpPr/>
                <p:nvPr/>
              </p:nvCxnSpPr>
              <p:spPr>
                <a:xfrm>
                  <a:off x="96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1" name="Google Shape;41;p20"/>
                <p:cNvCxnSpPr/>
                <p:nvPr/>
              </p:nvCxnSpPr>
              <p:spPr>
                <a:xfrm>
                  <a:off x="115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2" name="Google Shape;42;p20"/>
                <p:cNvCxnSpPr/>
                <p:nvPr/>
              </p:nvCxnSpPr>
              <p:spPr>
                <a:xfrm>
                  <a:off x="134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3" name="Google Shape;43;p20"/>
                <p:cNvCxnSpPr/>
                <p:nvPr/>
              </p:nvCxnSpPr>
              <p:spPr>
                <a:xfrm>
                  <a:off x="153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4" name="Google Shape;44;p20"/>
                <p:cNvCxnSpPr/>
                <p:nvPr/>
              </p:nvCxnSpPr>
              <p:spPr>
                <a:xfrm>
                  <a:off x="172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5" name="Google Shape;45;p20"/>
                <p:cNvCxnSpPr/>
                <p:nvPr/>
              </p:nvCxnSpPr>
              <p:spPr>
                <a:xfrm>
                  <a:off x="192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6" name="Google Shape;46;p20"/>
                <p:cNvCxnSpPr/>
                <p:nvPr/>
              </p:nvCxnSpPr>
              <p:spPr>
                <a:xfrm>
                  <a:off x="211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7" name="Google Shape;47;p20"/>
                <p:cNvCxnSpPr/>
                <p:nvPr/>
              </p:nvCxnSpPr>
              <p:spPr>
                <a:xfrm>
                  <a:off x="230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8" name="Google Shape;48;p20"/>
                <p:cNvCxnSpPr/>
                <p:nvPr/>
              </p:nvCxnSpPr>
              <p:spPr>
                <a:xfrm>
                  <a:off x="249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9" name="Google Shape;49;p20"/>
                <p:cNvCxnSpPr/>
                <p:nvPr/>
              </p:nvCxnSpPr>
              <p:spPr>
                <a:xfrm>
                  <a:off x="268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0" name="Google Shape;50;p20"/>
                <p:cNvCxnSpPr/>
                <p:nvPr/>
              </p:nvCxnSpPr>
              <p:spPr>
                <a:xfrm>
                  <a:off x="288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1" name="Google Shape;51;p20"/>
                <p:cNvCxnSpPr/>
                <p:nvPr/>
              </p:nvCxnSpPr>
              <p:spPr>
                <a:xfrm>
                  <a:off x="307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2" name="Google Shape;52;p20"/>
                <p:cNvCxnSpPr/>
                <p:nvPr/>
              </p:nvCxnSpPr>
              <p:spPr>
                <a:xfrm>
                  <a:off x="326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3" name="Google Shape;53;p20"/>
                <p:cNvCxnSpPr/>
                <p:nvPr/>
              </p:nvCxnSpPr>
              <p:spPr>
                <a:xfrm>
                  <a:off x="345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4" name="Google Shape;54;p20"/>
                <p:cNvCxnSpPr/>
                <p:nvPr/>
              </p:nvCxnSpPr>
              <p:spPr>
                <a:xfrm>
                  <a:off x="364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5" name="Google Shape;55;p20"/>
                <p:cNvCxnSpPr/>
                <p:nvPr/>
              </p:nvCxnSpPr>
              <p:spPr>
                <a:xfrm>
                  <a:off x="384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6" name="Google Shape;56;p20"/>
                <p:cNvCxnSpPr/>
                <p:nvPr/>
              </p:nvCxnSpPr>
              <p:spPr>
                <a:xfrm>
                  <a:off x="403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7" name="Google Shape;57;p20"/>
                <p:cNvCxnSpPr/>
                <p:nvPr/>
              </p:nvCxnSpPr>
              <p:spPr>
                <a:xfrm>
                  <a:off x="422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8" name="Google Shape;58;p20"/>
                <p:cNvCxnSpPr/>
                <p:nvPr/>
              </p:nvCxnSpPr>
              <p:spPr>
                <a:xfrm>
                  <a:off x="441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9" name="Google Shape;59;p20"/>
                <p:cNvCxnSpPr/>
                <p:nvPr/>
              </p:nvCxnSpPr>
              <p:spPr>
                <a:xfrm>
                  <a:off x="460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0" name="Google Shape;60;p20"/>
                <p:cNvCxnSpPr/>
                <p:nvPr/>
              </p:nvCxnSpPr>
              <p:spPr>
                <a:xfrm>
                  <a:off x="480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1" name="Google Shape;61;p20"/>
                <p:cNvCxnSpPr/>
                <p:nvPr/>
              </p:nvCxnSpPr>
              <p:spPr>
                <a:xfrm>
                  <a:off x="499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2" name="Google Shape;62;p20"/>
                <p:cNvCxnSpPr/>
                <p:nvPr/>
              </p:nvCxnSpPr>
              <p:spPr>
                <a:xfrm>
                  <a:off x="518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3" name="Google Shape;63;p20"/>
                <p:cNvCxnSpPr/>
                <p:nvPr/>
              </p:nvCxnSpPr>
              <p:spPr>
                <a:xfrm>
                  <a:off x="537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4" name="Google Shape;64;p20"/>
                <p:cNvCxnSpPr/>
                <p:nvPr/>
              </p:nvCxnSpPr>
              <p:spPr>
                <a:xfrm>
                  <a:off x="5568" y="0"/>
                  <a:ext cx="0" cy="4320"/>
                </a:xfrm>
                <a:prstGeom prst="straightConnector1">
                  <a:avLst/>
                </a:prstGeom>
                <a:noFill/>
                <a:ln w="9525" cap="flat" cmpd="sng">
                  <a:solidFill>
                    <a:schemeClr val="folHlink"/>
                  </a:solidFill>
                  <a:prstDash val="solid"/>
                  <a:miter lim="800000"/>
                  <a:headEnd type="none" w="med" len="med"/>
                  <a:tailEnd type="none" w="med" len="med"/>
                </a:ln>
              </p:spPr>
            </p:cxnSp>
          </p:grpSp>
          <p:cxnSp>
            <p:nvCxnSpPr>
              <p:cNvPr id="65" name="Google Shape;65;p20"/>
              <p:cNvCxnSpPr/>
              <p:nvPr/>
            </p:nvCxnSpPr>
            <p:spPr>
              <a:xfrm>
                <a:off x="5568" y="0"/>
                <a:ext cx="0" cy="1488"/>
              </a:xfrm>
              <a:prstGeom prst="straightConnector1">
                <a:avLst/>
              </a:prstGeom>
              <a:noFill/>
              <a:ln w="9525" cap="flat" cmpd="sng">
                <a:solidFill>
                  <a:schemeClr val="hlink"/>
                </a:solidFill>
                <a:prstDash val="solid"/>
                <a:miter lim="800000"/>
                <a:headEnd type="none" w="med" len="med"/>
                <a:tailEnd type="none" w="med" len="med"/>
              </a:ln>
            </p:spPr>
          </p:cxnSp>
        </p:grpSp>
        <p:grpSp>
          <p:nvGrpSpPr>
            <p:cNvPr id="66" name="Google Shape;66;p20"/>
            <p:cNvGrpSpPr/>
            <p:nvPr/>
          </p:nvGrpSpPr>
          <p:grpSpPr>
            <a:xfrm>
              <a:off x="3" y="559"/>
              <a:ext cx="4192" cy="1796"/>
              <a:chOff x="3" y="559"/>
              <a:chExt cx="4192" cy="1796"/>
            </a:xfrm>
          </p:grpSpPr>
          <p:cxnSp>
            <p:nvCxnSpPr>
              <p:cNvPr id="67" name="Google Shape;67;p20"/>
              <p:cNvCxnSpPr/>
              <p:nvPr/>
            </p:nvCxnSpPr>
            <p:spPr>
              <a:xfrm>
                <a:off x="506" y="559"/>
                <a:ext cx="0" cy="1796"/>
              </a:xfrm>
              <a:prstGeom prst="straightConnector1">
                <a:avLst/>
              </a:prstGeom>
              <a:noFill/>
              <a:ln w="9525" cap="flat" cmpd="sng">
                <a:solidFill>
                  <a:schemeClr val="hlink"/>
                </a:solidFill>
                <a:prstDash val="solid"/>
                <a:miter lim="800000"/>
                <a:headEnd type="none" w="med" len="med"/>
                <a:tailEnd type="none" w="med" len="med"/>
              </a:ln>
            </p:spPr>
          </p:cxnSp>
          <p:cxnSp>
            <p:nvCxnSpPr>
              <p:cNvPr id="68" name="Google Shape;68;p20"/>
              <p:cNvCxnSpPr/>
              <p:nvPr/>
            </p:nvCxnSpPr>
            <p:spPr>
              <a:xfrm rot="10800000">
                <a:off x="3" y="1924"/>
                <a:ext cx="3211" cy="1"/>
              </a:xfrm>
              <a:prstGeom prst="straightConnector1">
                <a:avLst/>
              </a:prstGeom>
              <a:noFill/>
              <a:ln w="9525" cap="flat" cmpd="sng">
                <a:solidFill>
                  <a:schemeClr val="hlink"/>
                </a:solidFill>
                <a:prstDash val="solid"/>
                <a:miter lim="800000"/>
                <a:headEnd type="none" w="med" len="med"/>
                <a:tailEnd type="none" w="med" len="med"/>
              </a:ln>
            </p:spPr>
          </p:cxnSp>
          <p:cxnSp>
            <p:nvCxnSpPr>
              <p:cNvPr id="69" name="Google Shape;69;p20"/>
              <p:cNvCxnSpPr/>
              <p:nvPr/>
            </p:nvCxnSpPr>
            <p:spPr>
              <a:xfrm rot="10800000">
                <a:off x="384" y="938"/>
                <a:ext cx="3811" cy="1"/>
              </a:xfrm>
              <a:prstGeom prst="straightConnector1">
                <a:avLst/>
              </a:prstGeom>
              <a:noFill/>
              <a:ln w="9525" cap="flat" cmpd="sng">
                <a:solidFill>
                  <a:schemeClr val="hlink"/>
                </a:solidFill>
                <a:prstDash val="solid"/>
                <a:miter lim="800000"/>
                <a:headEnd type="none" w="med" len="med"/>
                <a:tailEnd type="none" w="med" len="med"/>
              </a:ln>
            </p:spPr>
          </p:cxnSp>
          <p:sp>
            <p:nvSpPr>
              <p:cNvPr id="70" name="Google Shape;70;p20"/>
              <p:cNvSpPr/>
              <p:nvPr/>
            </p:nvSpPr>
            <p:spPr>
              <a:xfrm rot="-5400000" flipH="1">
                <a:off x="425" y="860"/>
                <a:ext cx="156" cy="157"/>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nvGrpSpPr>
            <p:cNvPr id="71" name="Google Shape;71;p20"/>
            <p:cNvGrpSpPr/>
            <p:nvPr/>
          </p:nvGrpSpPr>
          <p:grpSpPr>
            <a:xfrm>
              <a:off x="1480" y="1952"/>
              <a:ext cx="3808" cy="1812"/>
              <a:chOff x="1480" y="1952"/>
              <a:chExt cx="3808" cy="1812"/>
            </a:xfrm>
          </p:grpSpPr>
          <p:cxnSp>
            <p:nvCxnSpPr>
              <p:cNvPr id="72" name="Google Shape;72;p20"/>
              <p:cNvCxnSpPr/>
              <p:nvPr/>
            </p:nvCxnSpPr>
            <p:spPr>
              <a:xfrm>
                <a:off x="1480" y="3442"/>
                <a:ext cx="3808" cy="0"/>
              </a:xfrm>
              <a:prstGeom prst="straightConnector1">
                <a:avLst/>
              </a:prstGeom>
              <a:noFill/>
              <a:ln w="9525" cap="flat" cmpd="sng">
                <a:solidFill>
                  <a:schemeClr val="hlink"/>
                </a:solidFill>
                <a:prstDash val="solid"/>
                <a:miter lim="800000"/>
                <a:headEnd type="none" w="med" len="med"/>
                <a:tailEnd type="none" w="med" len="med"/>
              </a:ln>
            </p:spPr>
          </p:cxnSp>
          <p:cxnSp>
            <p:nvCxnSpPr>
              <p:cNvPr id="73" name="Google Shape;73;p20"/>
              <p:cNvCxnSpPr/>
              <p:nvPr/>
            </p:nvCxnSpPr>
            <p:spPr>
              <a:xfrm>
                <a:off x="5172" y="1952"/>
                <a:ext cx="0" cy="1812"/>
              </a:xfrm>
              <a:prstGeom prst="straightConnector1">
                <a:avLst/>
              </a:prstGeom>
              <a:noFill/>
              <a:ln w="9525" cap="flat" cmpd="sng">
                <a:solidFill>
                  <a:schemeClr val="hlink"/>
                </a:solidFill>
                <a:prstDash val="solid"/>
                <a:miter lim="800000"/>
                <a:headEnd type="none" w="med" len="med"/>
                <a:tailEnd type="none" w="med" len="med"/>
              </a:ln>
            </p:spPr>
          </p:cxnSp>
          <p:sp>
            <p:nvSpPr>
              <p:cNvPr id="74" name="Google Shape;74;p20"/>
              <p:cNvSpPr/>
              <p:nvPr/>
            </p:nvSpPr>
            <p:spPr>
              <a:xfrm rot="5400000">
                <a:off x="5096" y="3347"/>
                <a:ext cx="156" cy="157"/>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75" name="Google Shape;75;p20"/>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76" name="Google Shape;76;p20" descr="Rectangle: Click to edit Master text styles &#10;Second level &#10;Third level &#10;Fourth level &#10;Fifth level"/>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dk1"/>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35280" algn="l" rtl="0">
              <a:spcBef>
                <a:spcPts val="560"/>
              </a:spcBef>
              <a:spcAft>
                <a:spcPts val="0"/>
              </a:spcAft>
              <a:buClr>
                <a:schemeClr val="dk1"/>
              </a:buClr>
              <a:buSzPts val="1680"/>
              <a:buFont typeface="Noto Sans Symbols"/>
              <a:buChar char="■"/>
              <a:defRPr sz="2800" b="0" i="0" u="none" strike="noStrike" cap="none">
                <a:solidFill>
                  <a:schemeClr val="dk1"/>
                </a:solidFill>
                <a:latin typeface="Tahoma"/>
                <a:ea typeface="Tahoma"/>
                <a:cs typeface="Tahoma"/>
                <a:sym typeface="Tahoma"/>
              </a:defRPr>
            </a:lvl2pPr>
            <a:lvl3pPr marL="1371600" marR="0" lvl="2" indent="-373380" algn="l" rtl="0">
              <a:spcBef>
                <a:spcPts val="480"/>
              </a:spcBef>
              <a:spcAft>
                <a:spcPts val="0"/>
              </a:spcAft>
              <a:buClr>
                <a:schemeClr val="hlink"/>
              </a:buClr>
              <a:buSzPts val="2280"/>
              <a:buFont typeface="Noto Sans Symbols"/>
              <a:buChar char="⬥"/>
              <a:defRPr sz="2400" b="0" i="0" u="none" strike="noStrike" cap="none">
                <a:solidFill>
                  <a:schemeClr val="dk1"/>
                </a:solidFill>
                <a:latin typeface="Tahoma"/>
                <a:ea typeface="Tahoma"/>
                <a:cs typeface="Tahoma"/>
                <a:sym typeface="Tahoma"/>
              </a:defRPr>
            </a:lvl3pPr>
            <a:lvl4pPr marL="1828800" marR="0" lvl="3" indent="-311150" algn="l" rtl="0">
              <a:spcBef>
                <a:spcPts val="400"/>
              </a:spcBef>
              <a:spcAft>
                <a:spcPts val="0"/>
              </a:spcAft>
              <a:buClr>
                <a:schemeClr val="dk1"/>
              </a:buClr>
              <a:buSzPts val="1300"/>
              <a:buFont typeface="Noto Sans Symbols"/>
              <a:buChar char="■"/>
              <a:defRPr sz="2000" b="0" i="0" u="none" strike="noStrike" cap="none">
                <a:solidFill>
                  <a:schemeClr val="dk1"/>
                </a:solidFill>
                <a:latin typeface="Tahoma"/>
                <a:ea typeface="Tahoma"/>
                <a:cs typeface="Tahoma"/>
                <a:sym typeface="Tahoma"/>
              </a:defRPr>
            </a:lvl4pPr>
            <a:lvl5pPr marL="2286000" marR="0" lvl="4"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5pPr>
            <a:lvl6pPr marL="2743200" marR="0" lvl="5"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6pPr>
            <a:lvl7pPr marL="3200400" marR="0" lvl="6"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7pPr>
            <a:lvl8pPr marL="3657600" marR="0" lvl="7"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8pPr>
            <a:lvl9pPr marL="4114800" marR="0" lvl="8"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77" name="Google Shape;77;p20"/>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78" name="Google Shape;78;p20"/>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79" name="Google Shape;79;p20"/>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
        <p:cNvGrpSpPr/>
        <p:nvPr/>
      </p:nvGrpSpPr>
      <p:grpSpPr>
        <a:xfrm>
          <a:off x="0" y="0"/>
          <a:ext cx="0" cy="0"/>
          <a:chOff x="0" y="0"/>
          <a:chExt cx="0" cy="0"/>
        </a:xfrm>
      </p:grpSpPr>
      <p:grpSp>
        <p:nvGrpSpPr>
          <p:cNvPr id="87" name="Google Shape;87;p22"/>
          <p:cNvGrpSpPr/>
          <p:nvPr/>
        </p:nvGrpSpPr>
        <p:grpSpPr>
          <a:xfrm>
            <a:off x="0" y="0"/>
            <a:ext cx="9144000" cy="6858000"/>
            <a:chOff x="0" y="0"/>
            <a:chExt cx="5760" cy="4320"/>
          </a:xfrm>
        </p:grpSpPr>
        <p:grpSp>
          <p:nvGrpSpPr>
            <p:cNvPr id="88" name="Google Shape;88;p22"/>
            <p:cNvGrpSpPr/>
            <p:nvPr/>
          </p:nvGrpSpPr>
          <p:grpSpPr>
            <a:xfrm>
              <a:off x="0" y="0"/>
              <a:ext cx="5760" cy="4320"/>
              <a:chOff x="0" y="0"/>
              <a:chExt cx="5760" cy="4320"/>
            </a:xfrm>
          </p:grpSpPr>
          <p:grpSp>
            <p:nvGrpSpPr>
              <p:cNvPr id="89" name="Google Shape;89;p22"/>
              <p:cNvGrpSpPr/>
              <p:nvPr/>
            </p:nvGrpSpPr>
            <p:grpSpPr>
              <a:xfrm>
                <a:off x="0" y="192"/>
                <a:ext cx="5760" cy="4032"/>
                <a:chOff x="0" y="192"/>
                <a:chExt cx="5760" cy="4032"/>
              </a:xfrm>
            </p:grpSpPr>
            <p:cxnSp>
              <p:nvCxnSpPr>
                <p:cNvPr id="90" name="Google Shape;90;p22"/>
                <p:cNvCxnSpPr/>
                <p:nvPr/>
              </p:nvCxnSpPr>
              <p:spPr>
                <a:xfrm>
                  <a:off x="0" y="19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1" name="Google Shape;91;p22"/>
                <p:cNvCxnSpPr/>
                <p:nvPr/>
              </p:nvCxnSpPr>
              <p:spPr>
                <a:xfrm>
                  <a:off x="0" y="38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2" name="Google Shape;92;p22"/>
                <p:cNvCxnSpPr/>
                <p:nvPr/>
              </p:nvCxnSpPr>
              <p:spPr>
                <a:xfrm>
                  <a:off x="0" y="57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3" name="Google Shape;93;p22"/>
                <p:cNvCxnSpPr/>
                <p:nvPr/>
              </p:nvCxnSpPr>
              <p:spPr>
                <a:xfrm>
                  <a:off x="0" y="76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4" name="Google Shape;94;p22"/>
                <p:cNvCxnSpPr/>
                <p:nvPr/>
              </p:nvCxnSpPr>
              <p:spPr>
                <a:xfrm>
                  <a:off x="0" y="96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5" name="Google Shape;95;p22"/>
                <p:cNvCxnSpPr/>
                <p:nvPr/>
              </p:nvCxnSpPr>
              <p:spPr>
                <a:xfrm>
                  <a:off x="0" y="115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6" name="Google Shape;96;p22"/>
                <p:cNvCxnSpPr/>
                <p:nvPr/>
              </p:nvCxnSpPr>
              <p:spPr>
                <a:xfrm>
                  <a:off x="0" y="134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7" name="Google Shape;97;p22"/>
                <p:cNvCxnSpPr/>
                <p:nvPr/>
              </p:nvCxnSpPr>
              <p:spPr>
                <a:xfrm>
                  <a:off x="0" y="153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8" name="Google Shape;98;p22"/>
                <p:cNvCxnSpPr/>
                <p:nvPr/>
              </p:nvCxnSpPr>
              <p:spPr>
                <a:xfrm>
                  <a:off x="0" y="172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9" name="Google Shape;99;p22"/>
                <p:cNvCxnSpPr/>
                <p:nvPr/>
              </p:nvCxnSpPr>
              <p:spPr>
                <a:xfrm>
                  <a:off x="0" y="192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0" name="Google Shape;100;p22"/>
                <p:cNvCxnSpPr/>
                <p:nvPr/>
              </p:nvCxnSpPr>
              <p:spPr>
                <a:xfrm>
                  <a:off x="0" y="211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1" name="Google Shape;101;p22"/>
                <p:cNvCxnSpPr/>
                <p:nvPr/>
              </p:nvCxnSpPr>
              <p:spPr>
                <a:xfrm>
                  <a:off x="0" y="230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2" name="Google Shape;102;p22"/>
                <p:cNvCxnSpPr/>
                <p:nvPr/>
              </p:nvCxnSpPr>
              <p:spPr>
                <a:xfrm>
                  <a:off x="0" y="249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3" name="Google Shape;103;p22"/>
                <p:cNvCxnSpPr/>
                <p:nvPr/>
              </p:nvCxnSpPr>
              <p:spPr>
                <a:xfrm>
                  <a:off x="0" y="268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4" name="Google Shape;104;p22"/>
                <p:cNvCxnSpPr/>
                <p:nvPr/>
              </p:nvCxnSpPr>
              <p:spPr>
                <a:xfrm>
                  <a:off x="0" y="288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5" name="Google Shape;105;p22"/>
                <p:cNvCxnSpPr/>
                <p:nvPr/>
              </p:nvCxnSpPr>
              <p:spPr>
                <a:xfrm>
                  <a:off x="0" y="307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6" name="Google Shape;106;p22"/>
                <p:cNvCxnSpPr/>
                <p:nvPr/>
              </p:nvCxnSpPr>
              <p:spPr>
                <a:xfrm>
                  <a:off x="0" y="326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7" name="Google Shape;107;p22"/>
                <p:cNvCxnSpPr/>
                <p:nvPr/>
              </p:nvCxnSpPr>
              <p:spPr>
                <a:xfrm>
                  <a:off x="0" y="345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8" name="Google Shape;108;p22"/>
                <p:cNvCxnSpPr/>
                <p:nvPr/>
              </p:nvCxnSpPr>
              <p:spPr>
                <a:xfrm>
                  <a:off x="0" y="364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9" name="Google Shape;109;p22"/>
                <p:cNvCxnSpPr/>
                <p:nvPr/>
              </p:nvCxnSpPr>
              <p:spPr>
                <a:xfrm>
                  <a:off x="0" y="384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10" name="Google Shape;110;p22"/>
                <p:cNvCxnSpPr/>
                <p:nvPr/>
              </p:nvCxnSpPr>
              <p:spPr>
                <a:xfrm>
                  <a:off x="0" y="403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11" name="Google Shape;111;p22"/>
                <p:cNvCxnSpPr/>
                <p:nvPr/>
              </p:nvCxnSpPr>
              <p:spPr>
                <a:xfrm>
                  <a:off x="0" y="4224"/>
                  <a:ext cx="5760" cy="0"/>
                </a:xfrm>
                <a:prstGeom prst="straightConnector1">
                  <a:avLst/>
                </a:prstGeom>
                <a:noFill/>
                <a:ln w="9525" cap="flat" cmpd="sng">
                  <a:solidFill>
                    <a:schemeClr val="folHlink"/>
                  </a:solidFill>
                  <a:prstDash val="solid"/>
                  <a:miter lim="800000"/>
                  <a:headEnd type="none" w="med" len="med"/>
                  <a:tailEnd type="none" w="med" len="med"/>
                </a:ln>
              </p:spPr>
            </p:cxnSp>
          </p:grpSp>
          <p:grpSp>
            <p:nvGrpSpPr>
              <p:cNvPr id="112" name="Google Shape;112;p22"/>
              <p:cNvGrpSpPr/>
              <p:nvPr/>
            </p:nvGrpSpPr>
            <p:grpSpPr>
              <a:xfrm>
                <a:off x="192" y="0"/>
                <a:ext cx="5376" cy="4320"/>
                <a:chOff x="192" y="0"/>
                <a:chExt cx="5376" cy="4320"/>
              </a:xfrm>
            </p:grpSpPr>
            <p:cxnSp>
              <p:nvCxnSpPr>
                <p:cNvPr id="113" name="Google Shape;113;p22"/>
                <p:cNvCxnSpPr/>
                <p:nvPr/>
              </p:nvCxnSpPr>
              <p:spPr>
                <a:xfrm>
                  <a:off x="19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4" name="Google Shape;114;p22"/>
                <p:cNvCxnSpPr/>
                <p:nvPr/>
              </p:nvCxnSpPr>
              <p:spPr>
                <a:xfrm>
                  <a:off x="38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5" name="Google Shape;115;p22"/>
                <p:cNvCxnSpPr/>
                <p:nvPr/>
              </p:nvCxnSpPr>
              <p:spPr>
                <a:xfrm>
                  <a:off x="57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6" name="Google Shape;116;p22"/>
                <p:cNvCxnSpPr/>
                <p:nvPr/>
              </p:nvCxnSpPr>
              <p:spPr>
                <a:xfrm>
                  <a:off x="76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7" name="Google Shape;117;p22"/>
                <p:cNvCxnSpPr/>
                <p:nvPr/>
              </p:nvCxnSpPr>
              <p:spPr>
                <a:xfrm>
                  <a:off x="96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8" name="Google Shape;118;p22"/>
                <p:cNvCxnSpPr/>
                <p:nvPr/>
              </p:nvCxnSpPr>
              <p:spPr>
                <a:xfrm>
                  <a:off x="115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9" name="Google Shape;119;p22"/>
                <p:cNvCxnSpPr/>
                <p:nvPr/>
              </p:nvCxnSpPr>
              <p:spPr>
                <a:xfrm>
                  <a:off x="134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0" name="Google Shape;120;p22"/>
                <p:cNvCxnSpPr/>
                <p:nvPr/>
              </p:nvCxnSpPr>
              <p:spPr>
                <a:xfrm>
                  <a:off x="153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1" name="Google Shape;121;p22"/>
                <p:cNvCxnSpPr/>
                <p:nvPr/>
              </p:nvCxnSpPr>
              <p:spPr>
                <a:xfrm>
                  <a:off x="172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2" name="Google Shape;122;p22"/>
                <p:cNvCxnSpPr/>
                <p:nvPr/>
              </p:nvCxnSpPr>
              <p:spPr>
                <a:xfrm>
                  <a:off x="192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3" name="Google Shape;123;p22"/>
                <p:cNvCxnSpPr/>
                <p:nvPr/>
              </p:nvCxnSpPr>
              <p:spPr>
                <a:xfrm>
                  <a:off x="211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4" name="Google Shape;124;p22"/>
                <p:cNvCxnSpPr/>
                <p:nvPr/>
              </p:nvCxnSpPr>
              <p:spPr>
                <a:xfrm>
                  <a:off x="230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5" name="Google Shape;125;p22"/>
                <p:cNvCxnSpPr/>
                <p:nvPr/>
              </p:nvCxnSpPr>
              <p:spPr>
                <a:xfrm>
                  <a:off x="249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6" name="Google Shape;126;p22"/>
                <p:cNvCxnSpPr/>
                <p:nvPr/>
              </p:nvCxnSpPr>
              <p:spPr>
                <a:xfrm>
                  <a:off x="268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7" name="Google Shape;127;p22"/>
                <p:cNvCxnSpPr/>
                <p:nvPr/>
              </p:nvCxnSpPr>
              <p:spPr>
                <a:xfrm>
                  <a:off x="288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8" name="Google Shape;128;p22"/>
                <p:cNvCxnSpPr/>
                <p:nvPr/>
              </p:nvCxnSpPr>
              <p:spPr>
                <a:xfrm>
                  <a:off x="307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9" name="Google Shape;129;p22"/>
                <p:cNvCxnSpPr/>
                <p:nvPr/>
              </p:nvCxnSpPr>
              <p:spPr>
                <a:xfrm>
                  <a:off x="326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0" name="Google Shape;130;p22"/>
                <p:cNvCxnSpPr/>
                <p:nvPr/>
              </p:nvCxnSpPr>
              <p:spPr>
                <a:xfrm>
                  <a:off x="345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1" name="Google Shape;131;p22"/>
                <p:cNvCxnSpPr/>
                <p:nvPr/>
              </p:nvCxnSpPr>
              <p:spPr>
                <a:xfrm>
                  <a:off x="364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2" name="Google Shape;132;p22"/>
                <p:cNvCxnSpPr/>
                <p:nvPr/>
              </p:nvCxnSpPr>
              <p:spPr>
                <a:xfrm>
                  <a:off x="384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3" name="Google Shape;133;p22"/>
                <p:cNvCxnSpPr/>
                <p:nvPr/>
              </p:nvCxnSpPr>
              <p:spPr>
                <a:xfrm>
                  <a:off x="403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4" name="Google Shape;134;p22"/>
                <p:cNvCxnSpPr/>
                <p:nvPr/>
              </p:nvCxnSpPr>
              <p:spPr>
                <a:xfrm>
                  <a:off x="422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5" name="Google Shape;135;p22"/>
                <p:cNvCxnSpPr/>
                <p:nvPr/>
              </p:nvCxnSpPr>
              <p:spPr>
                <a:xfrm>
                  <a:off x="441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6" name="Google Shape;136;p22"/>
                <p:cNvCxnSpPr/>
                <p:nvPr/>
              </p:nvCxnSpPr>
              <p:spPr>
                <a:xfrm>
                  <a:off x="460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7" name="Google Shape;137;p22"/>
                <p:cNvCxnSpPr/>
                <p:nvPr/>
              </p:nvCxnSpPr>
              <p:spPr>
                <a:xfrm>
                  <a:off x="480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8" name="Google Shape;138;p22"/>
                <p:cNvCxnSpPr/>
                <p:nvPr/>
              </p:nvCxnSpPr>
              <p:spPr>
                <a:xfrm>
                  <a:off x="499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9" name="Google Shape;139;p22"/>
                <p:cNvCxnSpPr/>
                <p:nvPr/>
              </p:nvCxnSpPr>
              <p:spPr>
                <a:xfrm>
                  <a:off x="518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40" name="Google Shape;140;p22"/>
                <p:cNvCxnSpPr/>
                <p:nvPr/>
              </p:nvCxnSpPr>
              <p:spPr>
                <a:xfrm>
                  <a:off x="537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41" name="Google Shape;141;p22"/>
                <p:cNvCxnSpPr/>
                <p:nvPr/>
              </p:nvCxnSpPr>
              <p:spPr>
                <a:xfrm>
                  <a:off x="5568" y="0"/>
                  <a:ext cx="0" cy="4320"/>
                </a:xfrm>
                <a:prstGeom prst="straightConnector1">
                  <a:avLst/>
                </a:prstGeom>
                <a:noFill/>
                <a:ln w="9525" cap="flat" cmpd="sng">
                  <a:solidFill>
                    <a:schemeClr val="folHlink"/>
                  </a:solidFill>
                  <a:prstDash val="solid"/>
                  <a:miter lim="800000"/>
                  <a:headEnd type="none" w="med" len="med"/>
                  <a:tailEnd type="none" w="med" len="med"/>
                </a:ln>
              </p:spPr>
            </p:cxnSp>
          </p:grpSp>
        </p:grpSp>
        <p:sp>
          <p:nvSpPr>
            <p:cNvPr id="142" name="Google Shape;142;p22" descr="60%"/>
            <p:cNvSpPr txBox="1"/>
            <p:nvPr/>
          </p:nvSpPr>
          <p:spPr>
            <a:xfrm>
              <a:off x="2112" y="0"/>
              <a:ext cx="3648" cy="9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cxnSp>
          <p:nvCxnSpPr>
            <p:cNvPr id="143" name="Google Shape;143;p22"/>
            <p:cNvCxnSpPr/>
            <p:nvPr/>
          </p:nvCxnSpPr>
          <p:spPr>
            <a:xfrm>
              <a:off x="5568" y="0"/>
              <a:ext cx="0" cy="1488"/>
            </a:xfrm>
            <a:prstGeom prst="straightConnector1">
              <a:avLst/>
            </a:prstGeom>
            <a:noFill/>
            <a:ln w="9525" cap="flat" cmpd="sng">
              <a:solidFill>
                <a:schemeClr val="hlink"/>
              </a:solidFill>
              <a:prstDash val="solid"/>
              <a:miter lim="800000"/>
              <a:headEnd type="none" w="med" len="med"/>
              <a:tailEnd type="none" w="med" len="med"/>
            </a:ln>
          </p:spPr>
        </p:cxnSp>
        <p:grpSp>
          <p:nvGrpSpPr>
            <p:cNvPr id="144" name="Google Shape;144;p22"/>
            <p:cNvGrpSpPr/>
            <p:nvPr/>
          </p:nvGrpSpPr>
          <p:grpSpPr>
            <a:xfrm>
              <a:off x="261" y="892"/>
              <a:ext cx="1124" cy="1464"/>
              <a:chOff x="96" y="916"/>
              <a:chExt cx="2208" cy="2876"/>
            </a:xfrm>
          </p:grpSpPr>
          <p:cxnSp>
            <p:nvCxnSpPr>
              <p:cNvPr id="145" name="Google Shape;145;p22"/>
              <p:cNvCxnSpPr/>
              <p:nvPr/>
            </p:nvCxnSpPr>
            <p:spPr>
              <a:xfrm rot="10800000">
                <a:off x="96" y="1038"/>
                <a:ext cx="2208" cy="0"/>
              </a:xfrm>
              <a:prstGeom prst="straightConnector1">
                <a:avLst/>
              </a:prstGeom>
              <a:noFill/>
              <a:ln w="9525" cap="flat" cmpd="sng">
                <a:solidFill>
                  <a:schemeClr val="hlink"/>
                </a:solidFill>
                <a:prstDash val="solid"/>
                <a:miter lim="800000"/>
                <a:headEnd type="none" w="med" len="med"/>
                <a:tailEnd type="none" w="med" len="med"/>
              </a:ln>
            </p:spPr>
          </p:cxnSp>
          <p:cxnSp>
            <p:nvCxnSpPr>
              <p:cNvPr id="146" name="Google Shape;146;p22"/>
              <p:cNvCxnSpPr/>
              <p:nvPr/>
            </p:nvCxnSpPr>
            <p:spPr>
              <a:xfrm>
                <a:off x="336" y="920"/>
                <a:ext cx="0" cy="2872"/>
              </a:xfrm>
              <a:prstGeom prst="straightConnector1">
                <a:avLst/>
              </a:prstGeom>
              <a:noFill/>
              <a:ln w="9525" cap="flat" cmpd="sng">
                <a:solidFill>
                  <a:schemeClr val="hlink"/>
                </a:solidFill>
                <a:prstDash val="solid"/>
                <a:miter lim="800000"/>
                <a:headEnd type="none" w="med" len="med"/>
                <a:tailEnd type="none" w="med" len="med"/>
              </a:ln>
            </p:spPr>
          </p:cxnSp>
          <p:sp>
            <p:nvSpPr>
              <p:cNvPr id="147" name="Google Shape;147;p22"/>
              <p:cNvSpPr/>
              <p:nvPr/>
            </p:nvSpPr>
            <p:spPr>
              <a:xfrm flipH="1">
                <a:off x="218" y="916"/>
                <a:ext cx="238" cy="240"/>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148" name="Google Shape;148;p22"/>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49" name="Google Shape;149;p22" descr="Rectangle: Click to edit Master text styles &#10;Second level &#10;Third level &#10;Fourth level &#10;Fifth level"/>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dk1"/>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35280" algn="l" rtl="0">
              <a:spcBef>
                <a:spcPts val="560"/>
              </a:spcBef>
              <a:spcAft>
                <a:spcPts val="0"/>
              </a:spcAft>
              <a:buClr>
                <a:schemeClr val="dk1"/>
              </a:buClr>
              <a:buSzPts val="1680"/>
              <a:buFont typeface="Noto Sans Symbols"/>
              <a:buChar char="■"/>
              <a:defRPr sz="2800" b="0" i="0" u="none" strike="noStrike" cap="none">
                <a:solidFill>
                  <a:schemeClr val="dk1"/>
                </a:solidFill>
                <a:latin typeface="Tahoma"/>
                <a:ea typeface="Tahoma"/>
                <a:cs typeface="Tahoma"/>
                <a:sym typeface="Tahoma"/>
              </a:defRPr>
            </a:lvl2pPr>
            <a:lvl3pPr marL="1371600" marR="0" lvl="2" indent="-373380" algn="l" rtl="0">
              <a:spcBef>
                <a:spcPts val="480"/>
              </a:spcBef>
              <a:spcAft>
                <a:spcPts val="0"/>
              </a:spcAft>
              <a:buClr>
                <a:schemeClr val="hlink"/>
              </a:buClr>
              <a:buSzPts val="2280"/>
              <a:buFont typeface="Noto Sans Symbols"/>
              <a:buChar char="⬥"/>
              <a:defRPr sz="2400" b="0" i="0" u="none" strike="noStrike" cap="none">
                <a:solidFill>
                  <a:schemeClr val="dk1"/>
                </a:solidFill>
                <a:latin typeface="Tahoma"/>
                <a:ea typeface="Tahoma"/>
                <a:cs typeface="Tahoma"/>
                <a:sym typeface="Tahoma"/>
              </a:defRPr>
            </a:lvl3pPr>
            <a:lvl4pPr marL="1828800" marR="0" lvl="3" indent="-311150" algn="l" rtl="0">
              <a:spcBef>
                <a:spcPts val="400"/>
              </a:spcBef>
              <a:spcAft>
                <a:spcPts val="0"/>
              </a:spcAft>
              <a:buClr>
                <a:schemeClr val="dk1"/>
              </a:buClr>
              <a:buSzPts val="1300"/>
              <a:buFont typeface="Noto Sans Symbols"/>
              <a:buChar char="■"/>
              <a:defRPr sz="2000" b="0" i="0" u="none" strike="noStrike" cap="none">
                <a:solidFill>
                  <a:schemeClr val="dk1"/>
                </a:solidFill>
                <a:latin typeface="Tahoma"/>
                <a:ea typeface="Tahoma"/>
                <a:cs typeface="Tahoma"/>
                <a:sym typeface="Tahoma"/>
              </a:defRPr>
            </a:lvl4pPr>
            <a:lvl5pPr marL="2286000" marR="0" lvl="4"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5pPr>
            <a:lvl6pPr marL="2743200" marR="0" lvl="5"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6pPr>
            <a:lvl7pPr marL="3200400" marR="0" lvl="6"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7pPr>
            <a:lvl8pPr marL="3657600" marR="0" lvl="7"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8pPr>
            <a:lvl9pPr marL="4114800" marR="0" lvl="8"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50" name="Google Shape;150;p22"/>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51" name="Google Shape;151;p22"/>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52" name="Google Shape;152;p22"/>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omments" Target="../comments/comment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comments" Target="../comments/commen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
          <p:cNvSpPr txBox="1">
            <a:spLocks noGrp="1"/>
          </p:cNvSpPr>
          <p:nvPr>
            <p:ph type="ctrTitle"/>
          </p:nvPr>
        </p:nvSpPr>
        <p:spPr>
          <a:xfrm>
            <a:off x="1066800" y="1752600"/>
            <a:ext cx="79248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Overfiting and Solutions</a:t>
            </a:r>
            <a:endParaRPr/>
          </a:p>
        </p:txBody>
      </p:sp>
      <p:pic>
        <p:nvPicPr>
          <p:cNvPr id="190" name="Google Shape;190;p1"/>
          <p:cNvPicPr preferRelativeResize="0"/>
          <p:nvPr/>
        </p:nvPicPr>
        <p:blipFill rotWithShape="1">
          <a:blip r:embed="rId3">
            <a:alphaModFix/>
          </a:blip>
          <a:srcRect/>
          <a:stretch/>
        </p:blipFill>
        <p:spPr>
          <a:xfrm>
            <a:off x="65087" y="44450"/>
            <a:ext cx="1254125" cy="488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Objectives</a:t>
            </a:r>
            <a:endParaRPr/>
          </a:p>
        </p:txBody>
      </p:sp>
      <p:sp>
        <p:nvSpPr>
          <p:cNvPr id="196" name="Google Shape;196;p2" descr="Rectangle: Click to edit Master text styles &#10;Second level &#10;Third level &#10;Fourth level &#10;Fifth level"/>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What is </a:t>
            </a:r>
            <a:r>
              <a:rPr lang="en-US" sz="2000"/>
              <a:t>o</a:t>
            </a:r>
            <a:r>
              <a:rPr lang="en-US" sz="2000" b="0" i="0" u="none">
                <a:solidFill>
                  <a:schemeClr val="dk1"/>
                </a:solidFill>
                <a:latin typeface="Tahoma"/>
                <a:ea typeface="Tahoma"/>
                <a:cs typeface="Tahoma"/>
                <a:sym typeface="Tahoma"/>
              </a:rPr>
              <a:t>verfitting?</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Why does overfitting occur?</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How can you detect overfitting?</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How can you prevent overfitting?</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Implementation</a:t>
            </a:r>
            <a:endParaRPr/>
          </a:p>
        </p:txBody>
      </p:sp>
      <p:sp>
        <p:nvSpPr>
          <p:cNvPr id="197" name="Google Shape;197;p2"/>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a:t>
            </a:fld>
            <a:endParaRPr/>
          </a:p>
        </p:txBody>
      </p:sp>
      <p:pic>
        <p:nvPicPr>
          <p:cNvPr id="198" name="Google Shape;198;p2"/>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199" name="Google Shape;199;p2"/>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What is Overfitting</a:t>
            </a:r>
            <a:endParaRPr/>
          </a:p>
        </p:txBody>
      </p:sp>
      <p:sp>
        <p:nvSpPr>
          <p:cNvPr id="206" name="Google Shape;206;p3"/>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a:t>
            </a:fld>
            <a:endParaRPr/>
          </a:p>
        </p:txBody>
      </p:sp>
      <p:sp>
        <p:nvSpPr>
          <p:cNvPr id="207" name="Google Shape;207;p3"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Overfitting is an undesirable machine learning behavior that occurs when the machine learning model gives accurate predictions for training data but not for new data</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An overfit model can give inaccurate predictions and cannot perform well for all types of new data.</a:t>
            </a:r>
            <a:endParaRPr/>
          </a:p>
        </p:txBody>
      </p:sp>
      <p:pic>
        <p:nvPicPr>
          <p:cNvPr id="208" name="Google Shape;208;p3"/>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09" name="Google Shape;209;p3"/>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210" name="Google Shape;210;p3"/>
          <p:cNvPicPr preferRelativeResize="0"/>
          <p:nvPr/>
        </p:nvPicPr>
        <p:blipFill rotWithShape="1">
          <a:blip r:embed="rId4">
            <a:alphaModFix/>
          </a:blip>
          <a:srcRect/>
          <a:stretch/>
        </p:blipFill>
        <p:spPr>
          <a:xfrm>
            <a:off x="1319212" y="4225925"/>
            <a:ext cx="2338387" cy="2098675"/>
          </a:xfrm>
          <a:prstGeom prst="rect">
            <a:avLst/>
          </a:prstGeom>
          <a:noFill/>
          <a:ln>
            <a:noFill/>
          </a:ln>
        </p:spPr>
      </p:pic>
      <p:pic>
        <p:nvPicPr>
          <p:cNvPr id="211" name="Google Shape;211;p3"/>
          <p:cNvPicPr preferRelativeResize="0"/>
          <p:nvPr/>
        </p:nvPicPr>
        <p:blipFill rotWithShape="1">
          <a:blip r:embed="rId5">
            <a:alphaModFix/>
          </a:blip>
          <a:srcRect/>
          <a:stretch/>
        </p:blipFill>
        <p:spPr>
          <a:xfrm>
            <a:off x="5353050" y="4071937"/>
            <a:ext cx="2476500" cy="21764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4"/>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Why does overfitting occur?</a:t>
            </a:r>
            <a:endParaRPr/>
          </a:p>
        </p:txBody>
      </p:sp>
      <p:sp>
        <p:nvSpPr>
          <p:cNvPr id="218" name="Google Shape;218;p4"/>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a:t>
            </a:fld>
            <a:endParaRPr/>
          </a:p>
        </p:txBody>
      </p:sp>
      <p:sp>
        <p:nvSpPr>
          <p:cNvPr id="219" name="Google Shape;219;p4"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The training data size is too small and does not contain enough data samples to accurately represent all possible input data values.</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The training data contains large amounts of irrelevant information, called noisy data.</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The model trains for too long on a single sample set of data.</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The model complexity is high, so it learns the noise within the training data.</a:t>
            </a:r>
            <a:endParaRPr/>
          </a:p>
        </p:txBody>
      </p:sp>
      <p:pic>
        <p:nvPicPr>
          <p:cNvPr id="220" name="Google Shape;220;p4"/>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21" name="Google Shape;221;p4"/>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5"/>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can you detect overfitting?</a:t>
            </a:r>
            <a:endParaRPr/>
          </a:p>
        </p:txBody>
      </p:sp>
      <p:sp>
        <p:nvSpPr>
          <p:cNvPr id="228" name="Google Shape;228;p5"/>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a:t>
            </a:fld>
            <a:endParaRPr/>
          </a:p>
        </p:txBody>
      </p:sp>
      <p:sp>
        <p:nvSpPr>
          <p:cNvPr id="229" name="Google Shape;229;p5"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The best method to detect overfit models is by testing the machine learning models on more data</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K-fold cross-validation: divide the training set into K equally sized subsets or sample sets called folds. The training process consists of a series of iterations. During each iteration, the steps are:</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Keep one subset as the validation data and train the machine learning model on the remaining K-1 subsets.</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Observe how the model performs on the validation sample.</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Score model performance based on output data quality.</a:t>
            </a:r>
            <a:endParaRPr/>
          </a:p>
        </p:txBody>
      </p:sp>
      <p:pic>
        <p:nvPicPr>
          <p:cNvPr id="230" name="Google Shape;230;p5"/>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31" name="Google Shape;231;p5"/>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6"/>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can you prevent overfitting?</a:t>
            </a:r>
            <a:endParaRPr/>
          </a:p>
        </p:txBody>
      </p:sp>
      <p:sp>
        <p:nvSpPr>
          <p:cNvPr id="238" name="Google Shape;238;p6"/>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a:t>
            </a:fld>
            <a:endParaRPr/>
          </a:p>
        </p:txBody>
      </p:sp>
      <p:sp>
        <p:nvSpPr>
          <p:cNvPr id="239" name="Google Shape;239;p6"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1" i="0" u="none" dirty="0">
                <a:solidFill>
                  <a:schemeClr val="dk1"/>
                </a:solidFill>
                <a:latin typeface="Tahoma"/>
                <a:ea typeface="Tahoma"/>
                <a:cs typeface="Tahoma"/>
                <a:sym typeface="Tahoma"/>
              </a:rPr>
              <a:t>Early stopping:  </a:t>
            </a:r>
            <a:r>
              <a:rPr lang="en-US" sz="2000" b="0" i="0" u="none" dirty="0">
                <a:solidFill>
                  <a:schemeClr val="dk1"/>
                </a:solidFill>
                <a:latin typeface="Tahoma"/>
                <a:ea typeface="Tahoma"/>
                <a:cs typeface="Tahoma"/>
                <a:sym typeface="Tahoma"/>
              </a:rPr>
              <a:t>pauses the training phase before the machine learning model learns the noise in the data. </a:t>
            </a:r>
            <a:endParaRPr dirty="0"/>
          </a:p>
          <a:p>
            <a:pPr marL="342900" lvl="0" indent="-342900" algn="l" rtl="0">
              <a:lnSpc>
                <a:spcPct val="150000"/>
              </a:lnSpc>
              <a:spcBef>
                <a:spcPts val="400"/>
              </a:spcBef>
              <a:spcAft>
                <a:spcPts val="0"/>
              </a:spcAft>
              <a:buClr>
                <a:schemeClr val="dk1"/>
              </a:buClr>
              <a:buSzPts val="1200"/>
              <a:buFont typeface="Noto Sans Symbols"/>
              <a:buChar char="❑"/>
            </a:pPr>
            <a:r>
              <a:rPr lang="en-US" sz="2000" b="1" i="0" u="none" dirty="0">
                <a:solidFill>
                  <a:schemeClr val="dk1"/>
                </a:solidFill>
                <a:latin typeface="Tahoma"/>
                <a:ea typeface="Tahoma"/>
                <a:cs typeface="Tahoma"/>
                <a:sym typeface="Tahoma"/>
              </a:rPr>
              <a:t>Pruning: </a:t>
            </a:r>
            <a:r>
              <a:rPr lang="en-US" sz="2000" b="0" i="0" u="none" dirty="0">
                <a:solidFill>
                  <a:schemeClr val="dk1"/>
                </a:solidFill>
                <a:latin typeface="Tahoma"/>
                <a:ea typeface="Tahoma"/>
                <a:cs typeface="Tahoma"/>
                <a:sym typeface="Tahoma"/>
              </a:rPr>
              <a:t>identify several features or parameters that impact the final prediction when you build a model. </a:t>
            </a:r>
            <a:endParaRPr dirty="0"/>
          </a:p>
          <a:p>
            <a:pPr marL="342900" lvl="0" indent="-342900" algn="l" rtl="0">
              <a:lnSpc>
                <a:spcPct val="150000"/>
              </a:lnSpc>
              <a:spcBef>
                <a:spcPts val="400"/>
              </a:spcBef>
              <a:spcAft>
                <a:spcPts val="0"/>
              </a:spcAft>
              <a:buClr>
                <a:schemeClr val="dk1"/>
              </a:buClr>
              <a:buSzPts val="1200"/>
              <a:buFont typeface="Noto Sans Symbols"/>
              <a:buChar char="❑"/>
            </a:pPr>
            <a:r>
              <a:rPr lang="en-US" sz="2000" b="1" i="0" u="none" dirty="0">
                <a:solidFill>
                  <a:schemeClr val="dk1"/>
                </a:solidFill>
                <a:latin typeface="Tahoma"/>
                <a:ea typeface="Tahoma"/>
                <a:cs typeface="Tahoma"/>
                <a:sym typeface="Tahoma"/>
              </a:rPr>
              <a:t>Regularization: </a:t>
            </a:r>
            <a:r>
              <a:rPr lang="en-US" sz="2000" b="0" i="0" u="none" dirty="0">
                <a:solidFill>
                  <a:schemeClr val="dk1"/>
                </a:solidFill>
                <a:latin typeface="Tahoma"/>
                <a:ea typeface="Tahoma"/>
                <a:cs typeface="Tahoma"/>
                <a:sym typeface="Tahoma"/>
              </a:rPr>
              <a:t>a collection of training/optimization techniques that seek to reduce overfitting. These methods try to eliminate those factors that do not impact the prediction outcomes by grading features based on importance.</a:t>
            </a:r>
            <a:endParaRPr dirty="0"/>
          </a:p>
        </p:txBody>
      </p:sp>
      <p:pic>
        <p:nvPicPr>
          <p:cNvPr id="240" name="Google Shape;240;p6"/>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41" name="Google Shape;241;p6"/>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7"/>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can you prevent overfitting?</a:t>
            </a:r>
            <a:endParaRPr/>
          </a:p>
        </p:txBody>
      </p:sp>
      <p:sp>
        <p:nvSpPr>
          <p:cNvPr id="248" name="Google Shape;248;p7"/>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a:t>
            </a:fld>
            <a:endParaRPr/>
          </a:p>
        </p:txBody>
      </p:sp>
      <p:sp>
        <p:nvSpPr>
          <p:cNvPr id="249" name="Google Shape;249;p7"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1" i="0" u="none" dirty="0" err="1">
                <a:solidFill>
                  <a:schemeClr val="dk1"/>
                </a:solidFill>
                <a:latin typeface="Tahoma"/>
                <a:ea typeface="Tahoma"/>
                <a:cs typeface="Tahoma"/>
                <a:sym typeface="Tahoma"/>
              </a:rPr>
              <a:t>Ensembling</a:t>
            </a:r>
            <a:r>
              <a:rPr lang="en-US" sz="2000" b="1" i="0" u="none" dirty="0">
                <a:solidFill>
                  <a:schemeClr val="dk1"/>
                </a:solidFill>
                <a:latin typeface="Tahoma"/>
                <a:ea typeface="Tahoma"/>
                <a:cs typeface="Tahoma"/>
                <a:sym typeface="Tahoma"/>
              </a:rPr>
              <a:t>: </a:t>
            </a:r>
            <a:r>
              <a:rPr lang="en-US" sz="2000" b="0" i="0" u="none" dirty="0">
                <a:solidFill>
                  <a:schemeClr val="dk1"/>
                </a:solidFill>
                <a:latin typeface="Tahoma"/>
                <a:ea typeface="Tahoma"/>
                <a:cs typeface="Tahoma"/>
                <a:sym typeface="Tahoma"/>
              </a:rPr>
              <a:t>combines predictions from several separate machine learning algorithms. Some models are called weak learners because their results are often inaccurate. Ensemble methods combine all the weak learners to get more accurate results. They use multiple models to analyze sample data and pick the most accurate outcomes. </a:t>
            </a:r>
            <a:endParaRPr dirty="0"/>
          </a:p>
          <a:p>
            <a:pPr marL="342900" lvl="0" indent="-342900" algn="l" rtl="0">
              <a:lnSpc>
                <a:spcPct val="150000"/>
              </a:lnSpc>
              <a:spcBef>
                <a:spcPts val="400"/>
              </a:spcBef>
              <a:spcAft>
                <a:spcPts val="0"/>
              </a:spcAft>
              <a:buClr>
                <a:schemeClr val="dk1"/>
              </a:buClr>
              <a:buSzPts val="1200"/>
              <a:buFont typeface="Noto Sans Symbols"/>
              <a:buChar char="❑"/>
            </a:pPr>
            <a:r>
              <a:rPr lang="en-US" sz="2000" b="1" i="0" u="none" dirty="0">
                <a:solidFill>
                  <a:schemeClr val="dk1"/>
                </a:solidFill>
                <a:latin typeface="Tahoma"/>
                <a:ea typeface="Tahoma"/>
                <a:cs typeface="Tahoma"/>
                <a:sym typeface="Tahoma"/>
              </a:rPr>
              <a:t>Data augmentation: </a:t>
            </a:r>
            <a:r>
              <a:rPr lang="en-US" sz="2000" b="0" i="0" u="none" dirty="0">
                <a:solidFill>
                  <a:schemeClr val="dk1"/>
                </a:solidFill>
                <a:latin typeface="Tahoma"/>
                <a:ea typeface="Tahoma"/>
                <a:cs typeface="Tahoma"/>
                <a:sym typeface="Tahoma"/>
              </a:rPr>
              <a:t>a machine learning technique that changes the sample data slightly every time the model processes it. </a:t>
            </a:r>
            <a:endParaRPr dirty="0"/>
          </a:p>
        </p:txBody>
      </p:sp>
      <p:pic>
        <p:nvPicPr>
          <p:cNvPr id="250" name="Google Shape;250;p7"/>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51" name="Google Shape;251;p7"/>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8"/>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Implementation</a:t>
            </a:r>
            <a:endParaRPr/>
          </a:p>
        </p:txBody>
      </p:sp>
      <p:sp>
        <p:nvSpPr>
          <p:cNvPr id="258" name="Google Shape;258;p8"/>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a:t>
            </a:fld>
            <a:endParaRPr/>
          </a:p>
        </p:txBody>
      </p:sp>
      <p:sp>
        <p:nvSpPr>
          <p:cNvPr id="259" name="Google Shape;259;p8"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260" name="Google Shape;260;p8"/>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61" name="Google Shape;261;p8"/>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262" name="Google Shape;262;p8"/>
          <p:cNvPicPr preferRelativeResize="0"/>
          <p:nvPr/>
        </p:nvPicPr>
        <p:blipFill rotWithShape="1">
          <a:blip r:embed="rId4">
            <a:alphaModFix/>
          </a:blip>
          <a:srcRect/>
          <a:stretch/>
        </p:blipFill>
        <p:spPr>
          <a:xfrm>
            <a:off x="742950" y="1676400"/>
            <a:ext cx="7867650" cy="4714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9"/>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Implementation</a:t>
            </a:r>
            <a:endParaRPr/>
          </a:p>
        </p:txBody>
      </p:sp>
      <p:sp>
        <p:nvSpPr>
          <p:cNvPr id="269" name="Google Shape;269;p9"/>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a:t>
            </a:fld>
            <a:endParaRPr/>
          </a:p>
        </p:txBody>
      </p:sp>
      <p:sp>
        <p:nvSpPr>
          <p:cNvPr id="270" name="Google Shape;270;p9"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271" name="Google Shape;271;p9"/>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72" name="Google Shape;272;p9"/>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273" name="Google Shape;273;p9"/>
          <p:cNvPicPr preferRelativeResize="0"/>
          <p:nvPr/>
        </p:nvPicPr>
        <p:blipFill rotWithShape="1">
          <a:blip r:embed="rId4">
            <a:alphaModFix/>
          </a:blip>
          <a:srcRect/>
          <a:stretch/>
        </p:blipFill>
        <p:spPr>
          <a:xfrm>
            <a:off x="809625" y="1676400"/>
            <a:ext cx="7353300" cy="4010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0"/>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Implementation</a:t>
            </a:r>
            <a:endParaRPr/>
          </a:p>
        </p:txBody>
      </p:sp>
      <p:sp>
        <p:nvSpPr>
          <p:cNvPr id="280" name="Google Shape;280;p10"/>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a:t>
            </a:fld>
            <a:endParaRPr/>
          </a:p>
        </p:txBody>
      </p:sp>
      <p:sp>
        <p:nvSpPr>
          <p:cNvPr id="281" name="Google Shape;281;p10"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282" name="Google Shape;282;p10"/>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83" name="Google Shape;283;p10"/>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284" name="Google Shape;284;p10"/>
          <p:cNvPicPr preferRelativeResize="0"/>
          <p:nvPr/>
        </p:nvPicPr>
        <p:blipFill rotWithShape="1">
          <a:blip r:embed="rId4">
            <a:alphaModFix/>
          </a:blip>
          <a:srcRect/>
          <a:stretch/>
        </p:blipFill>
        <p:spPr>
          <a:xfrm>
            <a:off x="762000" y="1708150"/>
            <a:ext cx="7048500" cy="3381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1"/>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Implementation</a:t>
            </a:r>
            <a:endParaRPr/>
          </a:p>
        </p:txBody>
      </p:sp>
      <p:sp>
        <p:nvSpPr>
          <p:cNvPr id="291" name="Google Shape;291;p11"/>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a:t>
            </a:fld>
            <a:endParaRPr/>
          </a:p>
        </p:txBody>
      </p:sp>
      <p:sp>
        <p:nvSpPr>
          <p:cNvPr id="292" name="Google Shape;292;p11"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293" name="Google Shape;293;p11"/>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94" name="Google Shape;294;p11"/>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295" name="Google Shape;295;p11"/>
          <p:cNvPicPr preferRelativeResize="0"/>
          <p:nvPr/>
        </p:nvPicPr>
        <p:blipFill rotWithShape="1">
          <a:blip r:embed="rId4">
            <a:alphaModFix/>
          </a:blip>
          <a:srcRect/>
          <a:stretch/>
        </p:blipFill>
        <p:spPr>
          <a:xfrm>
            <a:off x="762000" y="1676400"/>
            <a:ext cx="6591300" cy="2476500"/>
          </a:xfrm>
          <a:prstGeom prst="rect">
            <a:avLst/>
          </a:prstGeom>
          <a:noFill/>
          <a:ln>
            <a:noFill/>
          </a:ln>
        </p:spPr>
      </p:pic>
      <p:sp>
        <p:nvSpPr>
          <p:cNvPr id="296" name="Google Shape;296;p11" descr="Rectangle: Click to edit Master text styles &#10;Second level &#10;Third level &#10;Fourth level &#10;Fifth level"/>
          <p:cNvSpPr txBox="1">
            <a:spLocks noGrp="1"/>
          </p:cNvSpPr>
          <p:nvPr>
            <p:ph type="body" idx="1"/>
          </p:nvPr>
        </p:nvSpPr>
        <p:spPr>
          <a:xfrm>
            <a:off x="838200" y="4379175"/>
            <a:ext cx="7772400" cy="1640700"/>
          </a:xfrm>
          <a:prstGeom prst="rect">
            <a:avLst/>
          </a:prstGeom>
          <a:noFill/>
          <a:ln>
            <a:noFill/>
          </a:ln>
        </p:spPr>
        <p:txBody>
          <a:bodyPr spcFirstLastPara="1" wrap="square" lIns="91425" tIns="45700" rIns="91425" bIns="45700" anchor="t" anchorCtr="0">
            <a:noAutofit/>
          </a:bodyPr>
          <a:lstStyle/>
          <a:p>
            <a:pPr marL="342900" lvl="0" indent="-266700" algn="l" rtl="0">
              <a:spcBef>
                <a:spcPts val="400"/>
              </a:spcBef>
              <a:spcAft>
                <a:spcPts val="0"/>
              </a:spcAft>
              <a:buSzPts val="1200"/>
              <a:buNone/>
            </a:pPr>
            <a:r>
              <a:rPr lang="en-US" sz="2000">
                <a:solidFill>
                  <a:srgbClr val="FF0000"/>
                </a:solidFill>
              </a:rPr>
              <a:t>Discuss: Students discuss what is the difference between batch size and steps per epoch?</a:t>
            </a:r>
            <a:endParaRPr sz="2000" b="0" i="0" u="none">
              <a:solidFill>
                <a:srgbClr val="FF0000"/>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2"/>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Implementation</a:t>
            </a:r>
            <a:endParaRPr/>
          </a:p>
        </p:txBody>
      </p:sp>
      <p:sp>
        <p:nvSpPr>
          <p:cNvPr id="303" name="Google Shape;303;p12"/>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a:t>
            </a:fld>
            <a:endParaRPr/>
          </a:p>
        </p:txBody>
      </p:sp>
      <p:sp>
        <p:nvSpPr>
          <p:cNvPr id="304" name="Google Shape;304;p12"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305" name="Google Shape;305;p12"/>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06" name="Google Shape;306;p12"/>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307" name="Google Shape;307;p12"/>
          <p:cNvPicPr preferRelativeResize="0"/>
          <p:nvPr/>
        </p:nvPicPr>
        <p:blipFill rotWithShape="1">
          <a:blip r:embed="rId4">
            <a:alphaModFix/>
          </a:blip>
          <a:srcRect/>
          <a:stretch/>
        </p:blipFill>
        <p:spPr>
          <a:xfrm>
            <a:off x="819150" y="1708150"/>
            <a:ext cx="8191500" cy="4387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3"/>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Implementation</a:t>
            </a:r>
            <a:endParaRPr/>
          </a:p>
        </p:txBody>
      </p:sp>
      <p:sp>
        <p:nvSpPr>
          <p:cNvPr id="314" name="Google Shape;314;p13"/>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13</a:t>
            </a:fld>
            <a:endParaRPr/>
          </a:p>
        </p:txBody>
      </p:sp>
      <p:sp>
        <p:nvSpPr>
          <p:cNvPr id="315" name="Google Shape;315;p13"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316" name="Google Shape;316;p13"/>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17" name="Google Shape;317;p13"/>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318" name="Google Shape;318;p13"/>
          <p:cNvPicPr preferRelativeResize="0"/>
          <p:nvPr/>
        </p:nvPicPr>
        <p:blipFill rotWithShape="1">
          <a:blip r:embed="rId4">
            <a:alphaModFix/>
          </a:blip>
          <a:srcRect/>
          <a:stretch/>
        </p:blipFill>
        <p:spPr>
          <a:xfrm>
            <a:off x="831850" y="1687512"/>
            <a:ext cx="6864350" cy="46370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14"/>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Implementation</a:t>
            </a:r>
            <a:endParaRPr/>
          </a:p>
        </p:txBody>
      </p:sp>
      <p:sp>
        <p:nvSpPr>
          <p:cNvPr id="325" name="Google Shape;325;p14"/>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14</a:t>
            </a:fld>
            <a:endParaRPr/>
          </a:p>
        </p:txBody>
      </p:sp>
      <p:sp>
        <p:nvSpPr>
          <p:cNvPr id="326" name="Google Shape;326;p14"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327" name="Google Shape;327;p14"/>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28" name="Google Shape;328;p14"/>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329" name="Google Shape;329;p14"/>
          <p:cNvPicPr preferRelativeResize="0"/>
          <p:nvPr/>
        </p:nvPicPr>
        <p:blipFill>
          <a:blip r:embed="rId4">
            <a:alphaModFix/>
          </a:blip>
          <a:stretch>
            <a:fillRect/>
          </a:stretch>
        </p:blipFill>
        <p:spPr>
          <a:xfrm>
            <a:off x="838200" y="1719250"/>
            <a:ext cx="4031176" cy="3133825"/>
          </a:xfrm>
          <a:prstGeom prst="rect">
            <a:avLst/>
          </a:prstGeom>
          <a:noFill/>
          <a:ln>
            <a:noFill/>
          </a:ln>
        </p:spPr>
      </p:pic>
      <p:pic>
        <p:nvPicPr>
          <p:cNvPr id="330" name="Google Shape;330;p14"/>
          <p:cNvPicPr preferRelativeResize="0"/>
          <p:nvPr/>
        </p:nvPicPr>
        <p:blipFill>
          <a:blip r:embed="rId5">
            <a:alphaModFix/>
          </a:blip>
          <a:stretch>
            <a:fillRect/>
          </a:stretch>
        </p:blipFill>
        <p:spPr>
          <a:xfrm>
            <a:off x="4822900" y="1752600"/>
            <a:ext cx="4031174" cy="3155778"/>
          </a:xfrm>
          <a:prstGeom prst="rect">
            <a:avLst/>
          </a:prstGeom>
          <a:noFill/>
          <a:ln>
            <a:noFill/>
          </a:ln>
        </p:spPr>
      </p:pic>
      <p:pic>
        <p:nvPicPr>
          <p:cNvPr id="331" name="Google Shape;331;p14"/>
          <p:cNvPicPr preferRelativeResize="0"/>
          <p:nvPr/>
        </p:nvPicPr>
        <p:blipFill>
          <a:blip r:embed="rId6">
            <a:alphaModFix/>
          </a:blip>
          <a:stretch>
            <a:fillRect/>
          </a:stretch>
        </p:blipFill>
        <p:spPr>
          <a:xfrm>
            <a:off x="1388325" y="1981200"/>
            <a:ext cx="1254125" cy="32830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5"/>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Using data augmentation</a:t>
            </a:r>
            <a:endParaRPr/>
          </a:p>
        </p:txBody>
      </p:sp>
      <p:sp>
        <p:nvSpPr>
          <p:cNvPr id="338" name="Google Shape;338;p15"/>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15</a:t>
            </a:fld>
            <a:endParaRPr/>
          </a:p>
        </p:txBody>
      </p:sp>
      <p:sp>
        <p:nvSpPr>
          <p:cNvPr id="339" name="Google Shape;339;p15"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340" name="Google Shape;340;p15"/>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41" name="Google Shape;341;p15"/>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342" name="Google Shape;342;p15"/>
          <p:cNvPicPr preferRelativeResize="0"/>
          <p:nvPr/>
        </p:nvPicPr>
        <p:blipFill rotWithShape="1">
          <a:blip r:embed="rId4">
            <a:alphaModFix/>
          </a:blip>
          <a:srcRect/>
          <a:stretch/>
        </p:blipFill>
        <p:spPr>
          <a:xfrm>
            <a:off x="838200" y="1752600"/>
            <a:ext cx="7667625" cy="3429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16"/>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Using data augmentation</a:t>
            </a:r>
            <a:endParaRPr/>
          </a:p>
        </p:txBody>
      </p:sp>
      <p:sp>
        <p:nvSpPr>
          <p:cNvPr id="349" name="Google Shape;349;p16"/>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16</a:t>
            </a:fld>
            <a:endParaRPr/>
          </a:p>
        </p:txBody>
      </p:sp>
      <p:sp>
        <p:nvSpPr>
          <p:cNvPr id="350" name="Google Shape;350;p16"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20980" algn="l" rtl="0">
              <a:spcBef>
                <a:spcPts val="0"/>
              </a:spcBef>
              <a:spcAft>
                <a:spcPts val="0"/>
              </a:spcAft>
              <a:buSzPts val="1920"/>
              <a:buNone/>
            </a:pPr>
            <a:endParaRPr sz="3200">
              <a:solidFill>
                <a:schemeClr val="dk1"/>
              </a:solidFill>
              <a:latin typeface="Tahoma"/>
              <a:ea typeface="Tahoma"/>
              <a:cs typeface="Tahoma"/>
              <a:sym typeface="Tahoma"/>
            </a:endParaRPr>
          </a:p>
        </p:txBody>
      </p:sp>
      <p:pic>
        <p:nvPicPr>
          <p:cNvPr id="351" name="Google Shape;351;p16"/>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52" name="Google Shape;352;p16"/>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353" name="Google Shape;353;p16"/>
          <p:cNvPicPr preferRelativeResize="0"/>
          <p:nvPr/>
        </p:nvPicPr>
        <p:blipFill rotWithShape="1">
          <a:blip r:embed="rId4">
            <a:alphaModFix/>
          </a:blip>
          <a:srcRect/>
          <a:stretch/>
        </p:blipFill>
        <p:spPr>
          <a:xfrm>
            <a:off x="838200" y="1762125"/>
            <a:ext cx="5676900" cy="4486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7"/>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Using data augmentation</a:t>
            </a:r>
            <a:endParaRPr/>
          </a:p>
        </p:txBody>
      </p:sp>
      <p:sp>
        <p:nvSpPr>
          <p:cNvPr id="360" name="Google Shape;360;p17"/>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17</a:t>
            </a:fld>
            <a:endParaRPr/>
          </a:p>
        </p:txBody>
      </p:sp>
      <p:sp>
        <p:nvSpPr>
          <p:cNvPr id="361" name="Google Shape;361;p17"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66700" algn="l" rtl="0">
              <a:lnSpc>
                <a:spcPct val="150000"/>
              </a:lnSpc>
              <a:spcBef>
                <a:spcPts val="0"/>
              </a:spcBef>
              <a:spcAft>
                <a:spcPts val="0"/>
              </a:spcAft>
              <a:buClr>
                <a:schemeClr val="dk1"/>
              </a:buClr>
              <a:buSzPts val="1200"/>
              <a:buFont typeface="Noto Sans Symbols"/>
              <a:buNone/>
            </a:pPr>
            <a:endParaRPr sz="2000" b="0" i="0" u="none">
              <a:solidFill>
                <a:schemeClr val="dk1"/>
              </a:solidFill>
              <a:latin typeface="Tahoma"/>
              <a:ea typeface="Tahoma"/>
              <a:cs typeface="Tahoma"/>
              <a:sym typeface="Tahoma"/>
            </a:endParaRPr>
          </a:p>
          <a:p>
            <a:pPr marL="342900" lvl="0" indent="-266700" algn="l" rtl="0">
              <a:lnSpc>
                <a:spcPct val="150000"/>
              </a:lnSpc>
              <a:spcBef>
                <a:spcPts val="400"/>
              </a:spcBef>
              <a:spcAft>
                <a:spcPts val="0"/>
              </a:spcAft>
              <a:buClr>
                <a:schemeClr val="dk1"/>
              </a:buClr>
              <a:buSzPts val="1200"/>
              <a:buFont typeface="Noto Sans Symbols"/>
              <a:buNone/>
            </a:pPr>
            <a:endParaRPr sz="2000" b="0" i="0" u="none">
              <a:solidFill>
                <a:schemeClr val="dk1"/>
              </a:solidFill>
              <a:latin typeface="Tahoma"/>
              <a:ea typeface="Tahoma"/>
              <a:cs typeface="Tahoma"/>
              <a:sym typeface="Tahoma"/>
            </a:endParaRPr>
          </a:p>
          <a:p>
            <a:pPr marL="342900" lvl="0" indent="-266700" algn="l" rtl="0">
              <a:lnSpc>
                <a:spcPct val="150000"/>
              </a:lnSpc>
              <a:spcBef>
                <a:spcPts val="400"/>
              </a:spcBef>
              <a:spcAft>
                <a:spcPts val="0"/>
              </a:spcAft>
              <a:buClr>
                <a:schemeClr val="dk1"/>
              </a:buClr>
              <a:buSzPts val="1200"/>
              <a:buFont typeface="Noto Sans Symbols"/>
              <a:buNone/>
            </a:pPr>
            <a:endParaRPr sz="2000" b="0" i="0" u="none">
              <a:solidFill>
                <a:schemeClr val="dk1"/>
              </a:solidFill>
              <a:latin typeface="Tahoma"/>
              <a:ea typeface="Tahoma"/>
              <a:cs typeface="Tahoma"/>
              <a:sym typeface="Tahoma"/>
            </a:endParaRPr>
          </a:p>
          <a:p>
            <a:pPr marL="342900" lvl="0" indent="-266700" algn="l" rtl="0">
              <a:lnSpc>
                <a:spcPct val="150000"/>
              </a:lnSpc>
              <a:spcBef>
                <a:spcPts val="400"/>
              </a:spcBef>
              <a:spcAft>
                <a:spcPts val="0"/>
              </a:spcAft>
              <a:buClr>
                <a:schemeClr val="dk1"/>
              </a:buClr>
              <a:buSzPts val="1200"/>
              <a:buFont typeface="Noto Sans Symbols"/>
              <a:buNone/>
            </a:pPr>
            <a:endParaRPr sz="2000" b="0" i="0" u="none">
              <a:solidFill>
                <a:schemeClr val="dk1"/>
              </a:solidFill>
              <a:latin typeface="Tahoma"/>
              <a:ea typeface="Tahoma"/>
              <a:cs typeface="Tahoma"/>
              <a:sym typeface="Tahoma"/>
            </a:endParaRPr>
          </a:p>
          <a:p>
            <a:pPr marL="342900" lvl="0" indent="-266700" algn="l" rtl="0">
              <a:lnSpc>
                <a:spcPct val="150000"/>
              </a:lnSpc>
              <a:spcBef>
                <a:spcPts val="400"/>
              </a:spcBef>
              <a:spcAft>
                <a:spcPts val="0"/>
              </a:spcAft>
              <a:buClr>
                <a:schemeClr val="dk1"/>
              </a:buClr>
              <a:buSzPts val="1200"/>
              <a:buFont typeface="Noto Sans Symbols"/>
              <a:buNone/>
            </a:pPr>
            <a:endParaRPr sz="2000" b="0" i="0" u="none">
              <a:solidFill>
                <a:schemeClr val="dk1"/>
              </a:solidFill>
              <a:latin typeface="Tahoma"/>
              <a:ea typeface="Tahoma"/>
              <a:cs typeface="Tahoma"/>
              <a:sym typeface="Tahoma"/>
            </a:endParaRPr>
          </a:p>
          <a:p>
            <a:pPr marL="342900" lvl="0" indent="-266700" algn="l" rtl="0">
              <a:lnSpc>
                <a:spcPct val="150000"/>
              </a:lnSpc>
              <a:spcBef>
                <a:spcPts val="400"/>
              </a:spcBef>
              <a:spcAft>
                <a:spcPts val="0"/>
              </a:spcAft>
              <a:buClr>
                <a:schemeClr val="dk1"/>
              </a:buClr>
              <a:buSzPts val="1200"/>
              <a:buFont typeface="Noto Sans Symbols"/>
              <a:buNone/>
            </a:pPr>
            <a:endParaRPr sz="2000" b="0" i="0" u="none">
              <a:solidFill>
                <a:schemeClr val="dk1"/>
              </a:solidFill>
              <a:latin typeface="Tahoma"/>
              <a:ea typeface="Tahoma"/>
              <a:cs typeface="Tahoma"/>
              <a:sym typeface="Tahoma"/>
            </a:endParaRPr>
          </a:p>
          <a:p>
            <a:pPr marL="342900" lvl="0" indent="0" algn="l" rtl="0">
              <a:lnSpc>
                <a:spcPct val="150000"/>
              </a:lnSpc>
              <a:spcBef>
                <a:spcPts val="400"/>
              </a:spcBef>
              <a:spcAft>
                <a:spcPts val="0"/>
              </a:spcAft>
              <a:buNone/>
            </a:pPr>
            <a:endParaRPr sz="2000"/>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Student task: </a:t>
            </a:r>
            <a:r>
              <a:rPr lang="en-US" sz="2000" b="0" i="0" u="none">
                <a:solidFill>
                  <a:srgbClr val="FF0000"/>
                </a:solidFill>
                <a:latin typeface="Tahoma"/>
                <a:ea typeface="Tahoma"/>
                <a:cs typeface="Tahoma"/>
                <a:sym typeface="Tahoma"/>
              </a:rPr>
              <a:t>compare two models: without and with data augmentation.</a:t>
            </a:r>
            <a:endParaRPr>
              <a:solidFill>
                <a:srgbClr val="FF0000"/>
              </a:solidFill>
            </a:endParaRPr>
          </a:p>
        </p:txBody>
      </p:sp>
      <p:pic>
        <p:nvPicPr>
          <p:cNvPr id="362" name="Google Shape;362;p17"/>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63" name="Google Shape;363;p17"/>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pic>
        <p:nvPicPr>
          <p:cNvPr id="364" name="Google Shape;364;p17"/>
          <p:cNvPicPr preferRelativeResize="0"/>
          <p:nvPr/>
        </p:nvPicPr>
        <p:blipFill rotWithShape="1">
          <a:blip r:embed="rId4">
            <a:alphaModFix/>
          </a:blip>
          <a:srcRect/>
          <a:stretch/>
        </p:blipFill>
        <p:spPr>
          <a:xfrm>
            <a:off x="838200" y="1719262"/>
            <a:ext cx="4195762" cy="2928937"/>
          </a:xfrm>
          <a:prstGeom prst="rect">
            <a:avLst/>
          </a:prstGeom>
          <a:noFill/>
          <a:ln>
            <a:noFill/>
          </a:ln>
        </p:spPr>
      </p:pic>
      <p:pic>
        <p:nvPicPr>
          <p:cNvPr id="365" name="Google Shape;365;p17"/>
          <p:cNvPicPr preferRelativeResize="0"/>
          <p:nvPr/>
        </p:nvPicPr>
        <p:blipFill rotWithShape="1">
          <a:blip r:embed="rId5">
            <a:alphaModFix/>
          </a:blip>
          <a:srcRect/>
          <a:stretch/>
        </p:blipFill>
        <p:spPr>
          <a:xfrm>
            <a:off x="4824775" y="1708150"/>
            <a:ext cx="3901049" cy="2876550"/>
          </a:xfrm>
          <a:prstGeom prst="rect">
            <a:avLst/>
          </a:prstGeom>
          <a:noFill/>
          <a:ln>
            <a:noFill/>
          </a:ln>
        </p:spPr>
      </p:pic>
      <p:pic>
        <p:nvPicPr>
          <p:cNvPr id="366" name="Google Shape;366;p17"/>
          <p:cNvPicPr preferRelativeResize="0"/>
          <p:nvPr/>
        </p:nvPicPr>
        <p:blipFill>
          <a:blip r:embed="rId6">
            <a:alphaModFix/>
          </a:blip>
          <a:stretch>
            <a:fillRect/>
          </a:stretch>
        </p:blipFill>
        <p:spPr>
          <a:xfrm>
            <a:off x="663850" y="2863700"/>
            <a:ext cx="213375" cy="565450"/>
          </a:xfrm>
          <a:prstGeom prst="rect">
            <a:avLst/>
          </a:prstGeom>
          <a:noFill/>
          <a:ln>
            <a:noFill/>
          </a:ln>
        </p:spPr>
      </p:pic>
      <p:pic>
        <p:nvPicPr>
          <p:cNvPr id="367" name="Google Shape;367;p17"/>
          <p:cNvPicPr preferRelativeResize="0"/>
          <p:nvPr/>
        </p:nvPicPr>
        <p:blipFill>
          <a:blip r:embed="rId7">
            <a:alphaModFix/>
          </a:blip>
          <a:stretch>
            <a:fillRect/>
          </a:stretch>
        </p:blipFill>
        <p:spPr>
          <a:xfrm>
            <a:off x="4617619" y="2933113"/>
            <a:ext cx="304800" cy="501227"/>
          </a:xfrm>
          <a:prstGeom prst="rect">
            <a:avLst/>
          </a:prstGeom>
          <a:noFill/>
          <a:ln>
            <a:noFill/>
          </a:ln>
        </p:spPr>
      </p:pic>
      <p:pic>
        <p:nvPicPr>
          <p:cNvPr id="368" name="Google Shape;368;p17"/>
          <p:cNvPicPr preferRelativeResize="0"/>
          <p:nvPr/>
        </p:nvPicPr>
        <p:blipFill>
          <a:blip r:embed="rId8">
            <a:alphaModFix/>
          </a:blip>
          <a:stretch>
            <a:fillRect/>
          </a:stretch>
        </p:blipFill>
        <p:spPr>
          <a:xfrm>
            <a:off x="2369650" y="4648200"/>
            <a:ext cx="600300" cy="266050"/>
          </a:xfrm>
          <a:prstGeom prst="rect">
            <a:avLst/>
          </a:prstGeom>
          <a:noFill/>
          <a:ln>
            <a:noFill/>
          </a:ln>
        </p:spPr>
      </p:pic>
      <p:pic>
        <p:nvPicPr>
          <p:cNvPr id="369" name="Google Shape;369;p17"/>
          <p:cNvPicPr preferRelativeResize="0"/>
          <p:nvPr/>
        </p:nvPicPr>
        <p:blipFill>
          <a:blip r:embed="rId8">
            <a:alphaModFix/>
          </a:blip>
          <a:stretch>
            <a:fillRect/>
          </a:stretch>
        </p:blipFill>
        <p:spPr>
          <a:xfrm>
            <a:off x="6434250" y="4648200"/>
            <a:ext cx="600300" cy="266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g2a382019348_0_39"/>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a:t>batch_size &amp; steps_per_epoch</a:t>
            </a:r>
            <a:endParaRPr/>
          </a:p>
        </p:txBody>
      </p:sp>
      <p:sp>
        <p:nvSpPr>
          <p:cNvPr id="376" name="Google Shape;376;g2a382019348_0_39"/>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18</a:t>
            </a:fld>
            <a:endParaRPr/>
          </a:p>
        </p:txBody>
      </p:sp>
      <p:pic>
        <p:nvPicPr>
          <p:cNvPr id="377" name="Google Shape;377;g2a382019348_0_39"/>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78" name="Google Shape;378;g2a382019348_0_39"/>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
        <p:nvSpPr>
          <p:cNvPr id="379" name="Google Shape;379;g2a382019348_0_39" descr="Rectangle: Click to edit Master text styles &#10;Second level &#10;Third level &#10;Fourth level &#10;Fifth level"/>
          <p:cNvSpPr txBox="1">
            <a:spLocks noGrp="1"/>
          </p:cNvSpPr>
          <p:nvPr>
            <p:ph type="body" idx="1"/>
          </p:nvPr>
        </p:nvSpPr>
        <p:spPr>
          <a:xfrm>
            <a:off x="838200" y="1651313"/>
            <a:ext cx="7772400" cy="43686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a:t>These parameters are related to how the training data is processed during each training epoch.</a:t>
            </a:r>
            <a:endParaRPr sz="2000"/>
          </a:p>
          <a:p>
            <a:pPr marL="342900" lvl="0" indent="-350520" algn="l" rtl="0">
              <a:lnSpc>
                <a:spcPct val="150000"/>
              </a:lnSpc>
              <a:spcBef>
                <a:spcPts val="0"/>
              </a:spcBef>
              <a:spcAft>
                <a:spcPts val="0"/>
              </a:spcAft>
              <a:buSzPts val="1200"/>
              <a:buChar char="❑"/>
            </a:pPr>
            <a:r>
              <a:rPr lang="en-US" sz="2000"/>
              <a:t>batch_size:</a:t>
            </a:r>
            <a:endParaRPr sz="2000"/>
          </a:p>
          <a:p>
            <a:pPr marL="742950" lvl="1" indent="-267969" algn="l" rtl="0">
              <a:lnSpc>
                <a:spcPct val="150000"/>
              </a:lnSpc>
              <a:spcBef>
                <a:spcPts val="0"/>
              </a:spcBef>
              <a:spcAft>
                <a:spcPts val="0"/>
              </a:spcAft>
              <a:buSzPts val="800"/>
              <a:buChar char="■"/>
            </a:pPr>
            <a:r>
              <a:rPr lang="en-US" sz="1600"/>
              <a:t>It represents the number of samples processed in one iteration.</a:t>
            </a:r>
            <a:endParaRPr sz="1600"/>
          </a:p>
          <a:p>
            <a:pPr marL="742950" lvl="1" indent="-267969" algn="l" rtl="0">
              <a:lnSpc>
                <a:spcPct val="150000"/>
              </a:lnSpc>
              <a:spcBef>
                <a:spcPts val="0"/>
              </a:spcBef>
              <a:spcAft>
                <a:spcPts val="0"/>
              </a:spcAft>
              <a:buSzPts val="800"/>
              <a:buChar char="■"/>
            </a:pPr>
            <a:r>
              <a:rPr lang="en-US" sz="1600"/>
              <a:t>During training, the entire dataset is divided into batches, and each batch is processed one at a time.</a:t>
            </a:r>
            <a:endParaRPr sz="1600"/>
          </a:p>
          <a:p>
            <a:pPr marL="742950" lvl="1" indent="-267969" algn="l" rtl="0">
              <a:lnSpc>
                <a:spcPct val="150000"/>
              </a:lnSpc>
              <a:spcBef>
                <a:spcPts val="0"/>
              </a:spcBef>
              <a:spcAft>
                <a:spcPts val="0"/>
              </a:spcAft>
              <a:buSzPts val="800"/>
              <a:buChar char="■"/>
            </a:pPr>
            <a:r>
              <a:rPr lang="en-US" sz="1600"/>
              <a:t>The model's weights are updated after processing each batch.</a:t>
            </a:r>
            <a:endParaRPr sz="1600"/>
          </a:p>
          <a:p>
            <a:pPr marL="742950" lvl="1" indent="-267969" algn="l" rtl="0">
              <a:lnSpc>
                <a:spcPct val="150000"/>
              </a:lnSpc>
              <a:spcBef>
                <a:spcPts val="0"/>
              </a:spcBef>
              <a:spcAft>
                <a:spcPts val="0"/>
              </a:spcAft>
              <a:buSzPts val="800"/>
              <a:buChar char="■"/>
            </a:pPr>
            <a:r>
              <a:rPr lang="en-US" sz="1600"/>
              <a:t>Smaller batch sizes are generally used for stochastic gradient descent (SGD), while larger batch sizes are used for batch gradient descent.</a:t>
            </a:r>
            <a:endParaRPr sz="1600"/>
          </a:p>
          <a:p>
            <a:pPr marL="742950" lvl="1" indent="-267969" algn="l" rtl="0">
              <a:lnSpc>
                <a:spcPct val="150000"/>
              </a:lnSpc>
              <a:spcBef>
                <a:spcPts val="0"/>
              </a:spcBef>
              <a:spcAft>
                <a:spcPts val="0"/>
              </a:spcAft>
              <a:buSzPts val="800"/>
              <a:buChar char="■"/>
            </a:pPr>
            <a:r>
              <a:rPr lang="en-US" sz="1600"/>
              <a:t>Smaller batch sizes can introduce noise in the weight updates but may converge faster, while larger batch sizes may have a smoother convergence but require more memory.</a:t>
            </a:r>
            <a:endParaRPr sz="1600"/>
          </a:p>
          <a:p>
            <a:pPr marL="342900" lvl="0" indent="-266700" algn="l" rtl="0">
              <a:spcBef>
                <a:spcPts val="400"/>
              </a:spcBef>
              <a:spcAft>
                <a:spcPts val="0"/>
              </a:spcAft>
              <a:buSzPts val="1200"/>
              <a:buNone/>
            </a:pPr>
            <a:endParaRPr sz="2000" b="0" i="0" u="none">
              <a:solidFill>
                <a:schemeClr val="dk1"/>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g2a382019348_0_48"/>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a:t>batch_size &amp; steps_per_epoch</a:t>
            </a:r>
            <a:endParaRPr/>
          </a:p>
        </p:txBody>
      </p:sp>
      <p:sp>
        <p:nvSpPr>
          <p:cNvPr id="386" name="Google Shape;386;g2a382019348_0_48"/>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19</a:t>
            </a:fld>
            <a:endParaRPr/>
          </a:p>
        </p:txBody>
      </p:sp>
      <p:pic>
        <p:nvPicPr>
          <p:cNvPr id="387" name="Google Shape;387;g2a382019348_0_48"/>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88" name="Google Shape;388;g2a382019348_0_48"/>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
        <p:nvSpPr>
          <p:cNvPr id="389" name="Google Shape;389;g2a382019348_0_48" descr="Rectangle: Click to edit Master text styles &#10;Second level &#10;Third level &#10;Fourth level &#10;Fifth level"/>
          <p:cNvSpPr txBox="1">
            <a:spLocks noGrp="1"/>
          </p:cNvSpPr>
          <p:nvPr>
            <p:ph type="body" idx="1"/>
          </p:nvPr>
        </p:nvSpPr>
        <p:spPr>
          <a:xfrm>
            <a:off x="838200" y="1651313"/>
            <a:ext cx="7772400" cy="43686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a:t>These parameters are related to how the training data is processed during each training epoch.</a:t>
            </a:r>
            <a:endParaRPr sz="2000"/>
          </a:p>
          <a:p>
            <a:pPr marL="342900" lvl="0" indent="-350520" algn="l" rtl="0">
              <a:lnSpc>
                <a:spcPct val="150000"/>
              </a:lnSpc>
              <a:spcBef>
                <a:spcPts val="0"/>
              </a:spcBef>
              <a:spcAft>
                <a:spcPts val="0"/>
              </a:spcAft>
              <a:buSzPts val="1200"/>
              <a:buChar char="❑"/>
            </a:pPr>
            <a:r>
              <a:rPr lang="en-US" sz="2000"/>
              <a:t>steps_per_epoch:</a:t>
            </a:r>
            <a:endParaRPr sz="2000"/>
          </a:p>
          <a:p>
            <a:pPr marL="742950" lvl="1" indent="-267969" algn="l" rtl="0">
              <a:lnSpc>
                <a:spcPct val="150000"/>
              </a:lnSpc>
              <a:spcBef>
                <a:spcPts val="0"/>
              </a:spcBef>
              <a:spcAft>
                <a:spcPts val="0"/>
              </a:spcAft>
              <a:buSzPts val="800"/>
              <a:buChar char="■"/>
            </a:pPr>
            <a:r>
              <a:rPr lang="en-US" sz="1600"/>
              <a:t>It represents the number of batches to process before moving on to the next epoch.</a:t>
            </a:r>
            <a:endParaRPr sz="1600"/>
          </a:p>
          <a:p>
            <a:pPr marL="742950" lvl="1" indent="-267969" algn="l" rtl="0">
              <a:lnSpc>
                <a:spcPct val="150000"/>
              </a:lnSpc>
              <a:spcBef>
                <a:spcPts val="0"/>
              </a:spcBef>
              <a:spcAft>
                <a:spcPts val="0"/>
              </a:spcAft>
              <a:buSzPts val="800"/>
              <a:buChar char="■"/>
            </a:pPr>
            <a:r>
              <a:rPr lang="en-US" sz="1600"/>
              <a:t>This parameter is useful when you have a large dataset, and you want to specify how many batches should be processed before considering one epoch complete.</a:t>
            </a:r>
            <a:endParaRPr sz="1600"/>
          </a:p>
          <a:p>
            <a:pPr marL="742950" lvl="1" indent="-267969" algn="l" rtl="0">
              <a:lnSpc>
                <a:spcPct val="150000"/>
              </a:lnSpc>
              <a:spcBef>
                <a:spcPts val="0"/>
              </a:spcBef>
              <a:spcAft>
                <a:spcPts val="0"/>
              </a:spcAft>
              <a:buSzPts val="800"/>
              <a:buChar char="■"/>
            </a:pPr>
            <a:r>
              <a:rPr lang="en-US" sz="1600"/>
              <a:t>If not specified, the default behavior is to go through the entire dataset in one epoch.</a:t>
            </a:r>
            <a:endParaRPr sz="1600"/>
          </a:p>
          <a:p>
            <a:pPr marL="742950" lvl="0" indent="0" algn="l" rtl="0">
              <a:lnSpc>
                <a:spcPct val="150000"/>
              </a:lnSpc>
              <a:spcBef>
                <a:spcPts val="0"/>
              </a:spcBef>
              <a:spcAft>
                <a:spcPts val="0"/>
              </a:spcAft>
              <a:buNone/>
            </a:pPr>
            <a:endParaRPr sz="1600"/>
          </a:p>
          <a:p>
            <a:pPr marL="342900" lvl="0" indent="-266700" algn="l" rtl="0">
              <a:spcBef>
                <a:spcPts val="400"/>
              </a:spcBef>
              <a:spcAft>
                <a:spcPts val="0"/>
              </a:spcAft>
              <a:buSzPts val="1200"/>
              <a:buNone/>
            </a:pPr>
            <a:endParaRPr sz="2000" b="0" i="0" u="none">
              <a:solidFill>
                <a:schemeClr val="dk1"/>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18"/>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Summary</a:t>
            </a:r>
            <a:endParaRPr/>
          </a:p>
        </p:txBody>
      </p:sp>
      <p:sp>
        <p:nvSpPr>
          <p:cNvPr id="395" name="Google Shape;395;p18" descr="Rectangle: Click to edit Master text styles &#10;Second level &#10;Third level &#10;Fourth level &#10;Fifth level"/>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What is </a:t>
            </a:r>
            <a:r>
              <a:rPr lang="en-US" sz="2000"/>
              <a:t>o</a:t>
            </a:r>
            <a:r>
              <a:rPr lang="en-US" sz="2000" b="0" i="0" u="none">
                <a:solidFill>
                  <a:schemeClr val="dk1"/>
                </a:solidFill>
                <a:latin typeface="Tahoma"/>
                <a:ea typeface="Tahoma"/>
                <a:cs typeface="Tahoma"/>
                <a:sym typeface="Tahoma"/>
              </a:rPr>
              <a:t>verfitting?</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Why does overfitting occur?</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How can you detect overfitting?</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How can you prevent overfitting?</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Examples</a:t>
            </a:r>
            <a:endParaRPr/>
          </a:p>
          <a:p>
            <a:pPr marL="342900" lvl="0" indent="-266700" algn="l" rtl="0">
              <a:spcBef>
                <a:spcPts val="400"/>
              </a:spcBef>
              <a:spcAft>
                <a:spcPts val="0"/>
              </a:spcAft>
              <a:buSzPts val="1200"/>
              <a:buNone/>
            </a:pPr>
            <a:endParaRPr sz="2000" b="0" i="0" u="none">
              <a:solidFill>
                <a:schemeClr val="dk1"/>
              </a:solidFill>
              <a:latin typeface="Tahoma"/>
              <a:ea typeface="Tahoma"/>
              <a:cs typeface="Tahoma"/>
              <a:sym typeface="Tahoma"/>
            </a:endParaRPr>
          </a:p>
        </p:txBody>
      </p:sp>
      <p:sp>
        <p:nvSpPr>
          <p:cNvPr id="396" name="Google Shape;396;p18"/>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20</a:t>
            </a:fld>
            <a:endParaRPr/>
          </a:p>
        </p:txBody>
      </p:sp>
      <p:pic>
        <p:nvPicPr>
          <p:cNvPr id="397" name="Google Shape;397;p18"/>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98" name="Google Shape;398;p18"/>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19"/>
          <p:cNvSpPr txBox="1">
            <a:spLocks noGrp="1"/>
          </p:cNvSpPr>
          <p:nvPr>
            <p:ph type="title"/>
          </p:nvPr>
        </p:nvSpPr>
        <p:spPr>
          <a:xfrm>
            <a:off x="1143000" y="3124200"/>
            <a:ext cx="6705600" cy="1143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Q &amp; A</a:t>
            </a:r>
            <a:endParaRPr/>
          </a:p>
        </p:txBody>
      </p:sp>
      <p:sp>
        <p:nvSpPr>
          <p:cNvPr id="404" name="Google Shape;404;p19"/>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21</a:t>
            </a:fld>
            <a:endParaRPr/>
          </a:p>
        </p:txBody>
      </p:sp>
      <p:pic>
        <p:nvPicPr>
          <p:cNvPr id="405" name="Google Shape;405;p19"/>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406" name="Google Shape;406;p19"/>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Overfiting and Solutions</a:t>
            </a:r>
            <a:endParaRPr/>
          </a:p>
        </p:txBody>
      </p:sp>
    </p:spTree>
  </p:cSld>
  <p:clrMapOvr>
    <a:masterClrMapping/>
  </p:clrMapOvr>
</p:sld>
</file>

<file path=ppt/theme/theme1.xml><?xml version="1.0" encoding="utf-8"?>
<a:theme xmlns:a="http://schemas.openxmlformats.org/drawingml/2006/main" name="1_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784</Words>
  <Application>Microsoft Macintosh PowerPoint</Application>
  <PresentationFormat>On-screen Show (4:3)</PresentationFormat>
  <Paragraphs>126</Paragraphs>
  <Slides>21</Slides>
  <Notes>21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21</vt:i4>
      </vt:variant>
    </vt:vector>
  </HeadingPairs>
  <TitlesOfParts>
    <vt:vector size="26" baseType="lpstr">
      <vt:lpstr>Arial</vt:lpstr>
      <vt:lpstr>Tahoma</vt:lpstr>
      <vt:lpstr>Noto Sans Symbols</vt:lpstr>
      <vt:lpstr>1_Blueprint</vt:lpstr>
      <vt:lpstr>Blueprint</vt:lpstr>
      <vt:lpstr>Overfiting and Solutions</vt:lpstr>
      <vt:lpstr>Objectives</vt:lpstr>
      <vt:lpstr>What is Overfitting</vt:lpstr>
      <vt:lpstr>Why does overfitting occur?</vt:lpstr>
      <vt:lpstr>How can you detect overfitting?</vt:lpstr>
      <vt:lpstr>How can you prevent overfitting?</vt:lpstr>
      <vt:lpstr>How can you prevent overfitting?</vt:lpstr>
      <vt:lpstr>Implementation</vt:lpstr>
      <vt:lpstr>Implementation</vt:lpstr>
      <vt:lpstr>Implementation</vt:lpstr>
      <vt:lpstr>Implementation</vt:lpstr>
      <vt:lpstr>Implementation</vt:lpstr>
      <vt:lpstr>Implementation</vt:lpstr>
      <vt:lpstr>Implementation</vt:lpstr>
      <vt:lpstr>Using data augmentation</vt:lpstr>
      <vt:lpstr>Using data augmentation</vt:lpstr>
      <vt:lpstr>Using data augmentation</vt:lpstr>
      <vt:lpstr>batch_size &amp; steps_per_epoch</vt:lpstr>
      <vt:lpstr>batch_size &amp; steps_per_epoch</vt:lpstr>
      <vt:lpstr>Summary</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Hoa Doan</dc:creator>
  <cp:lastModifiedBy>. Daziel.vad</cp:lastModifiedBy>
  <cp:revision>1</cp:revision>
  <dcterms:created xsi:type="dcterms:W3CDTF">2023-11-30T14:02:20Z</dcterms:created>
  <dcterms:modified xsi:type="dcterms:W3CDTF">2026-01-15T09:30:31Z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0</vt:i4>
  </property>
  <property fmtid="{D5CDD505-2E9C-101B-9397-08002B2CF9AE}" pid="3" name="GraphicType">
    <vt:i4>0</vt:i4>
  </property>
  <property fmtid="{D5CDD505-2E9C-101B-9397-08002B2CF9AE}" pid="4" name="Compression">
    <vt:i4>0</vt:i4>
  </property>
  <property fmtid="{D5CDD505-2E9C-101B-9397-08002B2CF9AE}" pid="5" name="ScreenSize">
    <vt:i4>0</vt:i4>
  </property>
  <property fmtid="{D5CDD505-2E9C-101B-9397-08002B2CF9AE}" pid="6" name="ScreenUsage">
    <vt:i4>0</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0</vt:i4>
  </property>
  <property fmtid="{D5CDD505-2E9C-101B-9397-08002B2CF9AE}" pid="14" name="TextColor">
    <vt:i4>0</vt:i4>
  </property>
  <property fmtid="{D5CDD505-2E9C-101B-9397-08002B2CF9AE}" pid="15" name="LinkColor">
    <vt:i4>0</vt:i4>
  </property>
  <property fmtid="{D5CDD505-2E9C-101B-9397-08002B2CF9AE}" pid="16" name="VisitedColor">
    <vt:i4>0</vt:i4>
  </property>
  <property fmtid="{D5CDD505-2E9C-101B-9397-08002B2CF9AE}" pid="17" name="TransparentButton">
    <vt:i4>0</vt:i4>
  </property>
  <property fmtid="{D5CDD505-2E9C-101B-9397-08002B2CF9AE}" pid="18" name="ButtonType">
    <vt:i4>0</vt:i4>
  </property>
  <property fmtid="{D5CDD505-2E9C-101B-9397-08002B2CF9AE}" pid="19" name="ShowNotes">
    <vt:bool>false</vt:bool>
  </property>
  <property fmtid="{D5CDD505-2E9C-101B-9397-08002B2CF9AE}" pid="20" name="NavBtnPos">
    <vt:i4>0</vt:i4>
  </property>
  <property fmtid="{D5CDD505-2E9C-101B-9397-08002B2CF9AE}" pid="21" name="OutputDir">
    <vt:lpwstr>C:\Work\html</vt:lpwstr>
  </property>
</Properties>
</file>