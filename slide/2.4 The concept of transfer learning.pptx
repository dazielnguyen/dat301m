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6858000" type="screen4x3"/>
  <p:notesSz cx="7302500" cy="9588500"/>
  <p:embeddedFontLst>
    <p:embeddedFont>
      <p:font typeface="Noto Sans Symbols" pitchFamily="2" charset="0"/>
      <p:regular r:id="rId18"/>
      <p:bold r:id="rId19"/>
    </p:embeddedFont>
    <p:embeddedFont>
      <p:font typeface="Tahoma" panose="020B0604030504040204" pitchFamily="3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I/+A7GOwtMbSGDcHR83sMJX+J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76"/>
  </p:normalViewPr>
  <p:slideViewPr>
    <p:cSldViewPr snapToGrid="0">
      <p:cViewPr varScale="1">
        <p:scale>
          <a:sx n="152" d="100"/>
          <a:sy n="152" d="100"/>
        </p:scale>
        <p:origin x="1536"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customschemas.google.com/relationships/presentationmetadata" Target="metadata"/><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3887" cy="479425"/>
          </a:xfrm>
          <a:prstGeom prst="rect">
            <a:avLst/>
          </a:prstGeom>
          <a:noFill/>
          <a:ln>
            <a:noFill/>
          </a:ln>
        </p:spPr>
        <p:txBody>
          <a:bodyPr spcFirstLastPara="1" wrap="square" lIns="96500" tIns="48250" rIns="96500" bIns="482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4" name="Google Shape;4;n"/>
          <p:cNvSpPr txBox="1">
            <a:spLocks noGrp="1"/>
          </p:cNvSpPr>
          <p:nvPr>
            <p:ph type="dt" idx="10"/>
          </p:nvPr>
        </p:nvSpPr>
        <p:spPr>
          <a:xfrm>
            <a:off x="4138612" y="0"/>
            <a:ext cx="3163887" cy="479425"/>
          </a:xfrm>
          <a:prstGeom prst="rect">
            <a:avLst/>
          </a:prstGeom>
          <a:noFill/>
          <a:ln>
            <a:noFill/>
          </a:ln>
        </p:spPr>
        <p:txBody>
          <a:bodyPr spcFirstLastPara="1" wrap="square" lIns="96500" tIns="48250" rIns="96500" bIns="4825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5" name="Google Shape;5;n"/>
          <p:cNvSpPr>
            <a:spLocks noGrp="1" noRot="1" noChangeAspect="1"/>
          </p:cNvSpPr>
          <p:nvPr>
            <p:ph type="sldImg" idx="3"/>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109075"/>
            <a:ext cx="3163887" cy="479425"/>
          </a:xfrm>
          <a:prstGeom prst="rect">
            <a:avLst/>
          </a:prstGeom>
          <a:noFill/>
          <a:ln>
            <a:noFill/>
          </a:ln>
        </p:spPr>
        <p:txBody>
          <a:bodyPr spcFirstLastPara="1" wrap="square" lIns="96500" tIns="48250" rIns="96500" bIns="4825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rgbClr val="000000"/>
                </a:solidFill>
                <a:latin typeface="Tahoma"/>
                <a:ea typeface="Tahoma"/>
                <a:cs typeface="Tahoma"/>
                <a:sym typeface="Tahoma"/>
              </a:defRPr>
            </a:lvl9pPr>
          </a:lstStyle>
          <a:p>
            <a:endParaRPr/>
          </a:p>
        </p:txBody>
      </p:sp>
      <p:sp>
        <p:nvSpPr>
          <p:cNvPr id="8" name="Google Shape;8;n"/>
          <p:cNvSpPr txBox="1">
            <a:spLocks noGrp="1"/>
          </p:cNvSpPr>
          <p:nvPr>
            <p:ph type="sldNum" idx="12"/>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strike="noStrike" cap="none">
                <a:solidFill>
                  <a:srgbClr val="000000"/>
                </a:solidFill>
                <a:latin typeface="Tahoma"/>
                <a:ea typeface="Tahoma"/>
                <a:cs typeface="Tahoma"/>
                <a:sym typeface="Tahoma"/>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187" name="Google Shape;187;p1: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193" name="Google Shape;193;p2: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3: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03" name="Google Shape;203;p3: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4: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 name="Google Shape;213;p4: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14" name="Google Shape;214;p4: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5: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5: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24" name="Google Shape;224;p5: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6: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6: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34" name="Google Shape;234;p6: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7: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7: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45" name="Google Shape;245;p7: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8: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55" name="Google Shape;255;p8: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9: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4" name="Google Shape;264;p9: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65" name="Google Shape;265;p9: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0: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4" name="Google Shape;274;p10: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75" name="Google Shape;275;p10: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1: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p11: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85" name="Google Shape;285;p11: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2: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p12:notes"/>
          <p:cNvSpPr txBox="1">
            <a:spLocks noGrp="1"/>
          </p:cNvSpPr>
          <p:nvPr>
            <p:ph type="body" idx="1"/>
          </p:nvPr>
        </p:nvSpPr>
        <p:spPr>
          <a:xfrm>
            <a:off x="973137" y="4554537"/>
            <a:ext cx="5356225" cy="4313237"/>
          </a:xfrm>
          <a:prstGeom prst="rect">
            <a:avLst/>
          </a:prstGeom>
          <a:noFill/>
          <a:ln>
            <a:noFill/>
          </a:ln>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295" name="Google Shape;295;p12:notes"/>
          <p:cNvSpPr txBox="1"/>
          <p:nvPr/>
        </p:nvSpPr>
        <p:spPr>
          <a:xfrm>
            <a:off x="4138612" y="9109075"/>
            <a:ext cx="3163887" cy="479425"/>
          </a:xfrm>
          <a:prstGeom prst="rect">
            <a:avLst/>
          </a:prstGeom>
          <a:noFill/>
          <a:ln>
            <a:noFill/>
          </a:ln>
        </p:spPr>
        <p:txBody>
          <a:bodyPr spcFirstLastPara="1" wrap="square" lIns="96500" tIns="48250" rIns="96500" bIns="48250" anchor="b" anchorCtr="0">
            <a:noAutofit/>
          </a:bodyPr>
          <a:lstStyle/>
          <a:p>
            <a:pPr marL="0" marR="0" lvl="0" indent="0" algn="r" rtl="0">
              <a:lnSpc>
                <a:spcPct val="100000"/>
              </a:lnSpc>
              <a:spcBef>
                <a:spcPts val="0"/>
              </a:spcBef>
              <a:spcAft>
                <a:spcPts val="0"/>
              </a:spcAft>
              <a:buClr>
                <a:srgbClr val="000000"/>
              </a:buClr>
              <a:buSzPts val="1300"/>
              <a:buFont typeface="Tahoma"/>
              <a:buNone/>
            </a:pPr>
            <a:fld id="{00000000-1234-1234-1234-123412341234}" type="slidenum">
              <a:rPr lang="en-US" sz="1300" b="0" i="0" u="none">
                <a:solidFill>
                  <a:srgbClr val="000000"/>
                </a:solidFill>
                <a:latin typeface="Tahoma"/>
                <a:ea typeface="Tahoma"/>
                <a:cs typeface="Tahoma"/>
                <a:sym typeface="Tahoma"/>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3: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04" name="Google Shape;304;p13: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txBox="1">
            <a:spLocks noGrp="1"/>
          </p:cNvSpPr>
          <p:nvPr>
            <p:ph type="body" idx="1"/>
          </p:nvPr>
        </p:nvSpPr>
        <p:spPr>
          <a:xfrm>
            <a:off x="973137" y="4554537"/>
            <a:ext cx="5356225" cy="4313237"/>
          </a:xfrm>
          <a:prstGeom prst="rect">
            <a:avLst/>
          </a:prstGeom>
        </p:spPr>
        <p:txBody>
          <a:bodyPr spcFirstLastPara="1" wrap="square" lIns="96500" tIns="48250" rIns="96500" bIns="48250" anchor="t" anchorCtr="0">
            <a:noAutofit/>
          </a:bodyPr>
          <a:lstStyle/>
          <a:p>
            <a:pPr marL="0" lvl="0" indent="0" algn="l" rtl="0">
              <a:spcBef>
                <a:spcPts val="0"/>
              </a:spcBef>
              <a:spcAft>
                <a:spcPts val="0"/>
              </a:spcAft>
              <a:buNone/>
            </a:pPr>
            <a:endParaRPr/>
          </a:p>
        </p:txBody>
      </p:sp>
      <p:sp>
        <p:nvSpPr>
          <p:cNvPr id="313" name="Google Shape;313;p14:notes"/>
          <p:cNvSpPr>
            <a:spLocks noGrp="1" noRot="1" noChangeAspect="1"/>
          </p:cNvSpPr>
          <p:nvPr>
            <p:ph type="sldImg" idx="2"/>
          </p:nvPr>
        </p:nvSpPr>
        <p:spPr>
          <a:xfrm>
            <a:off x="1255712" y="720725"/>
            <a:ext cx="4792662" cy="3594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p16"/>
          <p:cNvSpPr txBox="1">
            <a:spLocks noGrp="1"/>
          </p:cNvSpPr>
          <p:nvPr>
            <p:ph type="ctrTitle"/>
          </p:nvPr>
        </p:nvSpPr>
        <p:spPr>
          <a:xfrm>
            <a:off x="990600" y="17526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6" descr="Rectangle: Click to edit Master text styles&#10;Second level&#10;Third level&#10;Fourth level&#10;Fifth level"/>
          <p:cNvSpPr txBox="1">
            <a:spLocks noGrp="1"/>
          </p:cNvSpPr>
          <p:nvPr>
            <p:ph type="subTitle" idx="1"/>
          </p:nvPr>
        </p:nvSpPr>
        <p:spPr>
          <a:xfrm>
            <a:off x="990600" y="3309938"/>
            <a:ext cx="6400800" cy="1752600"/>
          </a:xfrm>
          <a:prstGeom prst="rect">
            <a:avLst/>
          </a:prstGeom>
          <a:noFill/>
          <a:ln>
            <a:noFill/>
          </a:ln>
        </p:spPr>
        <p:txBody>
          <a:bodyPr spcFirstLastPara="1" wrap="square" lIns="91425" tIns="45700" rIns="91425" bIns="45700" anchor="t" anchorCtr="0">
            <a:noAutofit/>
          </a:bodyPr>
          <a:lstStyle>
            <a:lvl1pPr lvl="0" algn="l">
              <a:spcBef>
                <a:spcPts val="640"/>
              </a:spcBef>
              <a:spcAft>
                <a:spcPts val="0"/>
              </a:spcAft>
              <a:buSzPts val="192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spcBef>
                <a:spcPts val="360"/>
              </a:spcBef>
              <a:spcAft>
                <a:spcPts val="0"/>
              </a:spcAft>
              <a:buSzPts val="1080"/>
              <a:buChar char="■"/>
              <a:defRPr/>
            </a:lvl6pPr>
            <a:lvl7pPr lvl="6" algn="l">
              <a:spcBef>
                <a:spcPts val="360"/>
              </a:spcBef>
              <a:spcAft>
                <a:spcPts val="0"/>
              </a:spcAft>
              <a:buSzPts val="1080"/>
              <a:buChar char="■"/>
              <a:defRPr/>
            </a:lvl7pPr>
            <a:lvl8pPr lvl="7" algn="l">
              <a:spcBef>
                <a:spcPts val="360"/>
              </a:spcBef>
              <a:spcAft>
                <a:spcPts val="0"/>
              </a:spcAft>
              <a:buSzPts val="1080"/>
              <a:buChar char="■"/>
              <a:defRPr/>
            </a:lvl8pPr>
            <a:lvl9pPr lvl="8" algn="l">
              <a:spcBef>
                <a:spcPts val="360"/>
              </a:spcBef>
              <a:spcAft>
                <a:spcPts val="0"/>
              </a:spcAft>
              <a:buSzPts val="1080"/>
              <a:buChar char="■"/>
              <a:defRPr/>
            </a:lvl9pPr>
          </a:lstStyle>
          <a:p>
            <a:endParaRPr/>
          </a:p>
        </p:txBody>
      </p:sp>
      <p:sp>
        <p:nvSpPr>
          <p:cNvPr id="83" name="Google Shape;83;p16"/>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
        <p:nvSpPr>
          <p:cNvPr id="84" name="Google Shape;84;p16"/>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and Chart" type="txAndChart">
  <p:cSld name="TEXT_AND_CHART">
    <p:spTree>
      <p:nvGrpSpPr>
        <p:cNvPr id="1" name="Shape 153"/>
        <p:cNvGrpSpPr/>
        <p:nvPr/>
      </p:nvGrpSpPr>
      <p:grpSpPr>
        <a:xfrm>
          <a:off x="0" y="0"/>
          <a:ext cx="0" cy="0"/>
          <a:chOff x="0" y="0"/>
          <a:chExt cx="0" cy="0"/>
        </a:xfrm>
      </p:grpSpPr>
      <p:sp>
        <p:nvSpPr>
          <p:cNvPr id="154" name="Google Shape;154;p18"/>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18"/>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56" name="Google Shape;156;p18"/>
          <p:cNvSpPr>
            <a:spLocks noGrp="1"/>
          </p:cNvSpPr>
          <p:nvPr>
            <p:ph type="chart"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R="0" lvl="1"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R="0" lvl="5"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R="0" lvl="6"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R="0" lvl="7"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R="0" lvl="8"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57" name="Google Shape;157;p18"/>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18"/>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18"/>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60"/>
        <p:cNvGrpSpPr/>
        <p:nvPr/>
      </p:nvGrpSpPr>
      <p:grpSpPr>
        <a:xfrm>
          <a:off x="0" y="0"/>
          <a:ext cx="0" cy="0"/>
          <a:chOff x="0" y="0"/>
          <a:chExt cx="0" cy="0"/>
        </a:xfrm>
      </p:grpSpPr>
      <p:sp>
        <p:nvSpPr>
          <p:cNvPr id="161" name="Google Shape;161;p19"/>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9"/>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63" name="Google Shape;163;p19"/>
          <p:cNvSpPr txBox="1">
            <a:spLocks noGrp="1"/>
          </p:cNvSpPr>
          <p:nvPr>
            <p:ph type="body"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64" name="Google Shape;164;p19"/>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19"/>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19"/>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7"/>
        <p:cNvGrpSpPr/>
        <p:nvPr/>
      </p:nvGrpSpPr>
      <p:grpSpPr>
        <a:xfrm>
          <a:off x="0" y="0"/>
          <a:ext cx="0" cy="0"/>
          <a:chOff x="0" y="0"/>
          <a:chExt cx="0" cy="0"/>
        </a:xfrm>
      </p:grpSpPr>
      <p:sp>
        <p:nvSpPr>
          <p:cNvPr id="168" name="Google Shape;168;p20"/>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20"/>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20"/>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21"/>
          <p:cNvSpPr txBox="1">
            <a:spLocks noGrp="1"/>
          </p:cNvSpPr>
          <p:nvPr>
            <p:ph type="body" idx="1"/>
          </p:nvPr>
        </p:nvSpPr>
        <p:spPr>
          <a:xfrm>
            <a:off x="838200" y="1905000"/>
            <a:ext cx="3810000" cy="41148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20040" algn="l">
              <a:spcBef>
                <a:spcPts val="480"/>
              </a:spcBef>
              <a:spcAft>
                <a:spcPts val="0"/>
              </a:spcAft>
              <a:buSzPts val="1440"/>
              <a:buChar char="■"/>
              <a:defRPr sz="2400"/>
            </a:lvl2pPr>
            <a:lvl3pPr marL="1371600" lvl="2" indent="-349250" algn="l">
              <a:spcBef>
                <a:spcPts val="400"/>
              </a:spcBef>
              <a:spcAft>
                <a:spcPts val="0"/>
              </a:spcAft>
              <a:buSzPts val="1900"/>
              <a:buChar char="⬥"/>
              <a:defRPr sz="2000"/>
            </a:lvl3pPr>
            <a:lvl4pPr marL="1828800" lvl="3" indent="-302894" algn="l">
              <a:spcBef>
                <a:spcPts val="360"/>
              </a:spcBef>
              <a:spcAft>
                <a:spcPts val="0"/>
              </a:spcAft>
              <a:buSzPts val="1170"/>
              <a:buChar char="■"/>
              <a:defRPr sz="1800"/>
            </a:lvl4pPr>
            <a:lvl5pPr marL="2286000" lvl="4" indent="-297179" algn="l">
              <a:spcBef>
                <a:spcPts val="360"/>
              </a:spcBef>
              <a:spcAft>
                <a:spcPts val="0"/>
              </a:spcAft>
              <a:buSzPts val="1080"/>
              <a:buChar char="■"/>
              <a:defRPr sz="1800"/>
            </a:lvl5pPr>
            <a:lvl6pPr marL="2743200" lvl="5" indent="-297179" algn="l">
              <a:spcBef>
                <a:spcPts val="360"/>
              </a:spcBef>
              <a:spcAft>
                <a:spcPts val="0"/>
              </a:spcAft>
              <a:buSzPts val="1080"/>
              <a:buChar char="■"/>
              <a:defRPr sz="1800"/>
            </a:lvl6pPr>
            <a:lvl7pPr marL="3200400" lvl="6" indent="-297179" algn="l">
              <a:spcBef>
                <a:spcPts val="360"/>
              </a:spcBef>
              <a:spcAft>
                <a:spcPts val="0"/>
              </a:spcAft>
              <a:buSzPts val="1080"/>
              <a:buChar char="■"/>
              <a:defRPr sz="1800"/>
            </a:lvl7pPr>
            <a:lvl8pPr marL="3657600" lvl="7" indent="-297179" algn="l">
              <a:spcBef>
                <a:spcPts val="360"/>
              </a:spcBef>
              <a:spcAft>
                <a:spcPts val="0"/>
              </a:spcAft>
              <a:buSzPts val="1080"/>
              <a:buChar char="■"/>
              <a:defRPr sz="1800"/>
            </a:lvl8pPr>
            <a:lvl9pPr marL="4114800" lvl="8" indent="-297179" algn="l">
              <a:spcBef>
                <a:spcPts val="360"/>
              </a:spcBef>
              <a:spcAft>
                <a:spcPts val="0"/>
              </a:spcAft>
              <a:buSzPts val="1080"/>
              <a:buChar char="■"/>
              <a:defRPr sz="1800"/>
            </a:lvl9pPr>
          </a:lstStyle>
          <a:p>
            <a:endParaRPr/>
          </a:p>
        </p:txBody>
      </p:sp>
      <p:sp>
        <p:nvSpPr>
          <p:cNvPr id="174" name="Google Shape;174;p21"/>
          <p:cNvSpPr txBox="1">
            <a:spLocks noGrp="1"/>
          </p:cNvSpPr>
          <p:nvPr>
            <p:ph type="body" idx="2"/>
          </p:nvPr>
        </p:nvSpPr>
        <p:spPr>
          <a:xfrm>
            <a:off x="4800600" y="1905000"/>
            <a:ext cx="3810000" cy="4114800"/>
          </a:xfrm>
          <a:prstGeom prst="rect">
            <a:avLst/>
          </a:prstGeom>
          <a:noFill/>
          <a:ln>
            <a:noFill/>
          </a:ln>
        </p:spPr>
        <p:txBody>
          <a:bodyPr spcFirstLastPara="1" wrap="square" lIns="91425" tIns="45700" rIns="91425" bIns="45700" anchor="t" anchorCtr="0">
            <a:noAutofit/>
          </a:bodyPr>
          <a:lstStyle>
            <a:lvl1pPr marL="457200" lvl="0" indent="-335280" algn="l">
              <a:spcBef>
                <a:spcPts val="560"/>
              </a:spcBef>
              <a:spcAft>
                <a:spcPts val="0"/>
              </a:spcAft>
              <a:buSzPts val="1680"/>
              <a:buChar char="❑"/>
              <a:defRPr sz="2800"/>
            </a:lvl1pPr>
            <a:lvl2pPr marL="914400" lvl="1" indent="-320040" algn="l">
              <a:spcBef>
                <a:spcPts val="480"/>
              </a:spcBef>
              <a:spcAft>
                <a:spcPts val="0"/>
              </a:spcAft>
              <a:buSzPts val="1440"/>
              <a:buChar char="■"/>
              <a:defRPr sz="2400"/>
            </a:lvl2pPr>
            <a:lvl3pPr marL="1371600" lvl="2" indent="-349250" algn="l">
              <a:spcBef>
                <a:spcPts val="400"/>
              </a:spcBef>
              <a:spcAft>
                <a:spcPts val="0"/>
              </a:spcAft>
              <a:buSzPts val="1900"/>
              <a:buChar char="⬥"/>
              <a:defRPr sz="2000"/>
            </a:lvl3pPr>
            <a:lvl4pPr marL="1828800" lvl="3" indent="-302894" algn="l">
              <a:spcBef>
                <a:spcPts val="360"/>
              </a:spcBef>
              <a:spcAft>
                <a:spcPts val="0"/>
              </a:spcAft>
              <a:buSzPts val="1170"/>
              <a:buChar char="■"/>
              <a:defRPr sz="1800"/>
            </a:lvl4pPr>
            <a:lvl5pPr marL="2286000" lvl="4" indent="-297179" algn="l">
              <a:spcBef>
                <a:spcPts val="360"/>
              </a:spcBef>
              <a:spcAft>
                <a:spcPts val="0"/>
              </a:spcAft>
              <a:buSzPts val="1080"/>
              <a:buChar char="■"/>
              <a:defRPr sz="1800"/>
            </a:lvl5pPr>
            <a:lvl6pPr marL="2743200" lvl="5" indent="-297179" algn="l">
              <a:spcBef>
                <a:spcPts val="360"/>
              </a:spcBef>
              <a:spcAft>
                <a:spcPts val="0"/>
              </a:spcAft>
              <a:buSzPts val="1080"/>
              <a:buChar char="■"/>
              <a:defRPr sz="1800"/>
            </a:lvl6pPr>
            <a:lvl7pPr marL="3200400" lvl="6" indent="-297179" algn="l">
              <a:spcBef>
                <a:spcPts val="360"/>
              </a:spcBef>
              <a:spcAft>
                <a:spcPts val="0"/>
              </a:spcAft>
              <a:buSzPts val="1080"/>
              <a:buChar char="■"/>
              <a:defRPr sz="1800"/>
            </a:lvl7pPr>
            <a:lvl8pPr marL="3657600" lvl="7" indent="-297179" algn="l">
              <a:spcBef>
                <a:spcPts val="360"/>
              </a:spcBef>
              <a:spcAft>
                <a:spcPts val="0"/>
              </a:spcAft>
              <a:buSzPts val="1080"/>
              <a:buChar char="■"/>
              <a:defRPr sz="1800"/>
            </a:lvl8pPr>
            <a:lvl9pPr marL="4114800" lvl="8" indent="-297179" algn="l">
              <a:spcBef>
                <a:spcPts val="360"/>
              </a:spcBef>
              <a:spcAft>
                <a:spcPts val="0"/>
              </a:spcAft>
              <a:buSzPts val="1080"/>
              <a:buChar char="■"/>
              <a:defRPr sz="1800"/>
            </a:lvl9pPr>
          </a:lstStyle>
          <a:p>
            <a:endParaRPr/>
          </a:p>
        </p:txBody>
      </p:sp>
      <p:sp>
        <p:nvSpPr>
          <p:cNvPr id="175" name="Google Shape;175;p21"/>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21"/>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21"/>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22"/>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lvl="0" indent="-297180" algn="l">
              <a:spcBef>
                <a:spcPts val="360"/>
              </a:spcBef>
              <a:spcAft>
                <a:spcPts val="0"/>
              </a:spcAft>
              <a:buSzPts val="1080"/>
              <a:buChar char="❑"/>
              <a:defRPr/>
            </a:lvl1pPr>
            <a:lvl2pPr marL="914400" lvl="1" indent="-297180" algn="l">
              <a:spcBef>
                <a:spcPts val="360"/>
              </a:spcBef>
              <a:spcAft>
                <a:spcPts val="0"/>
              </a:spcAft>
              <a:buSzPts val="1080"/>
              <a:buChar char="■"/>
              <a:defRPr/>
            </a:lvl2pPr>
            <a:lvl3pPr marL="1371600" lvl="2" indent="-337185" algn="l">
              <a:spcBef>
                <a:spcPts val="360"/>
              </a:spcBef>
              <a:spcAft>
                <a:spcPts val="0"/>
              </a:spcAft>
              <a:buSzPts val="1710"/>
              <a:buChar char="⬥"/>
              <a:defRPr/>
            </a:lvl3pPr>
            <a:lvl4pPr marL="1828800" lvl="3" indent="-302894" algn="l">
              <a:spcBef>
                <a:spcPts val="360"/>
              </a:spcBef>
              <a:spcAft>
                <a:spcPts val="0"/>
              </a:spcAft>
              <a:buSzPts val="1170"/>
              <a:buChar char="■"/>
              <a:defRPr/>
            </a:lvl4pPr>
            <a:lvl5pPr marL="2286000" lvl="4" indent="-297179" algn="l">
              <a:spcBef>
                <a:spcPts val="360"/>
              </a:spcBef>
              <a:spcAft>
                <a:spcPts val="0"/>
              </a:spcAft>
              <a:buSzPts val="1080"/>
              <a:buChar char="■"/>
              <a:defRPr/>
            </a:lvl5pPr>
            <a:lvl6pPr marL="2743200" lvl="5" indent="-297179" algn="l">
              <a:spcBef>
                <a:spcPts val="360"/>
              </a:spcBef>
              <a:spcAft>
                <a:spcPts val="0"/>
              </a:spcAft>
              <a:buSzPts val="1080"/>
              <a:buChar char="■"/>
              <a:defRPr/>
            </a:lvl6pPr>
            <a:lvl7pPr marL="3200400" lvl="6" indent="-297179" algn="l">
              <a:spcBef>
                <a:spcPts val="360"/>
              </a:spcBef>
              <a:spcAft>
                <a:spcPts val="0"/>
              </a:spcAft>
              <a:buSzPts val="1080"/>
              <a:buChar char="■"/>
              <a:defRPr/>
            </a:lvl7pPr>
            <a:lvl8pPr marL="3657600" lvl="7" indent="-297179" algn="l">
              <a:spcBef>
                <a:spcPts val="360"/>
              </a:spcBef>
              <a:spcAft>
                <a:spcPts val="0"/>
              </a:spcAft>
              <a:buSzPts val="1080"/>
              <a:buChar char="■"/>
              <a:defRPr/>
            </a:lvl8pPr>
            <a:lvl9pPr marL="4114800" lvl="8" indent="-297179" algn="l">
              <a:spcBef>
                <a:spcPts val="360"/>
              </a:spcBef>
              <a:spcAft>
                <a:spcPts val="0"/>
              </a:spcAft>
              <a:buSzPts val="1080"/>
              <a:buChar char="■"/>
              <a:defRPr/>
            </a:lvl9pPr>
          </a:lstStyle>
          <a:p>
            <a:endParaRPr/>
          </a:p>
        </p:txBody>
      </p:sp>
      <p:sp>
        <p:nvSpPr>
          <p:cNvPr id="181" name="Google Shape;181;p22"/>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p22"/>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22"/>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5"/>
          <p:cNvGrpSpPr/>
          <p:nvPr/>
        </p:nvGrpSpPr>
        <p:grpSpPr>
          <a:xfrm>
            <a:off x="0" y="0"/>
            <a:ext cx="9144000" cy="6858000"/>
            <a:chOff x="0" y="0"/>
            <a:chExt cx="5760" cy="4320"/>
          </a:xfrm>
        </p:grpSpPr>
        <p:grpSp>
          <p:nvGrpSpPr>
            <p:cNvPr id="11" name="Google Shape;11;p15"/>
            <p:cNvGrpSpPr/>
            <p:nvPr/>
          </p:nvGrpSpPr>
          <p:grpSpPr>
            <a:xfrm>
              <a:off x="0" y="0"/>
              <a:ext cx="5760" cy="4320"/>
              <a:chOff x="0" y="0"/>
              <a:chExt cx="5760" cy="4320"/>
            </a:xfrm>
          </p:grpSpPr>
          <p:sp>
            <p:nvSpPr>
              <p:cNvPr id="12" name="Google Shape;12;p15"/>
              <p:cNvSpPr txBox="1"/>
              <p:nvPr/>
            </p:nvSpPr>
            <p:spPr>
              <a:xfrm>
                <a:off x="2112" y="0"/>
                <a:ext cx="3648" cy="96"/>
              </a:xfrm>
              <a:prstGeom prst="rect">
                <a:avLst/>
              </a:prstGeom>
              <a:solidFill>
                <a:schemeClr val="folHlink"/>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nvGrpSpPr>
              <p:cNvPr id="13" name="Google Shape;13;p15"/>
              <p:cNvGrpSpPr/>
              <p:nvPr/>
            </p:nvGrpSpPr>
            <p:grpSpPr>
              <a:xfrm>
                <a:off x="0" y="0"/>
                <a:ext cx="5760" cy="4320"/>
                <a:chOff x="0" y="0"/>
                <a:chExt cx="5760" cy="4320"/>
              </a:xfrm>
            </p:grpSpPr>
            <p:cxnSp>
              <p:nvCxnSpPr>
                <p:cNvPr id="14" name="Google Shape;14;p15"/>
                <p:cNvCxnSpPr/>
                <p:nvPr/>
              </p:nvCxnSpPr>
              <p:spPr>
                <a:xfrm>
                  <a:off x="0" y="19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5" name="Google Shape;15;p15"/>
                <p:cNvCxnSpPr/>
                <p:nvPr/>
              </p:nvCxnSpPr>
              <p:spPr>
                <a:xfrm>
                  <a:off x="0" y="38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6" name="Google Shape;16;p15"/>
                <p:cNvCxnSpPr/>
                <p:nvPr/>
              </p:nvCxnSpPr>
              <p:spPr>
                <a:xfrm>
                  <a:off x="0" y="57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7" name="Google Shape;17;p15"/>
                <p:cNvCxnSpPr/>
                <p:nvPr/>
              </p:nvCxnSpPr>
              <p:spPr>
                <a:xfrm>
                  <a:off x="0" y="76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8" name="Google Shape;18;p15"/>
                <p:cNvCxnSpPr/>
                <p:nvPr/>
              </p:nvCxnSpPr>
              <p:spPr>
                <a:xfrm>
                  <a:off x="0" y="96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9" name="Google Shape;19;p15"/>
                <p:cNvCxnSpPr/>
                <p:nvPr/>
              </p:nvCxnSpPr>
              <p:spPr>
                <a:xfrm>
                  <a:off x="0" y="115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0" name="Google Shape;20;p15"/>
                <p:cNvCxnSpPr/>
                <p:nvPr/>
              </p:nvCxnSpPr>
              <p:spPr>
                <a:xfrm>
                  <a:off x="0" y="134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1" name="Google Shape;21;p15"/>
                <p:cNvCxnSpPr/>
                <p:nvPr/>
              </p:nvCxnSpPr>
              <p:spPr>
                <a:xfrm>
                  <a:off x="0" y="153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2" name="Google Shape;22;p15"/>
                <p:cNvCxnSpPr/>
                <p:nvPr/>
              </p:nvCxnSpPr>
              <p:spPr>
                <a:xfrm>
                  <a:off x="0" y="172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3" name="Google Shape;23;p15"/>
                <p:cNvCxnSpPr/>
                <p:nvPr/>
              </p:nvCxnSpPr>
              <p:spPr>
                <a:xfrm>
                  <a:off x="0" y="192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4" name="Google Shape;24;p15"/>
                <p:cNvCxnSpPr/>
                <p:nvPr/>
              </p:nvCxnSpPr>
              <p:spPr>
                <a:xfrm>
                  <a:off x="0" y="211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5" name="Google Shape;25;p15"/>
                <p:cNvCxnSpPr/>
                <p:nvPr/>
              </p:nvCxnSpPr>
              <p:spPr>
                <a:xfrm>
                  <a:off x="0" y="230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6" name="Google Shape;26;p15"/>
                <p:cNvCxnSpPr/>
                <p:nvPr/>
              </p:nvCxnSpPr>
              <p:spPr>
                <a:xfrm>
                  <a:off x="0" y="249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7" name="Google Shape;27;p15"/>
                <p:cNvCxnSpPr/>
                <p:nvPr/>
              </p:nvCxnSpPr>
              <p:spPr>
                <a:xfrm>
                  <a:off x="0" y="268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8" name="Google Shape;28;p15"/>
                <p:cNvCxnSpPr/>
                <p:nvPr/>
              </p:nvCxnSpPr>
              <p:spPr>
                <a:xfrm>
                  <a:off x="0" y="288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29" name="Google Shape;29;p15"/>
                <p:cNvCxnSpPr/>
                <p:nvPr/>
              </p:nvCxnSpPr>
              <p:spPr>
                <a:xfrm>
                  <a:off x="0" y="307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0" name="Google Shape;30;p15"/>
                <p:cNvCxnSpPr/>
                <p:nvPr/>
              </p:nvCxnSpPr>
              <p:spPr>
                <a:xfrm>
                  <a:off x="0" y="326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1" name="Google Shape;31;p15"/>
                <p:cNvCxnSpPr/>
                <p:nvPr/>
              </p:nvCxnSpPr>
              <p:spPr>
                <a:xfrm>
                  <a:off x="0" y="345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2" name="Google Shape;32;p15"/>
                <p:cNvCxnSpPr/>
                <p:nvPr/>
              </p:nvCxnSpPr>
              <p:spPr>
                <a:xfrm>
                  <a:off x="0" y="364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3" name="Google Shape;33;p15"/>
                <p:cNvCxnSpPr/>
                <p:nvPr/>
              </p:nvCxnSpPr>
              <p:spPr>
                <a:xfrm>
                  <a:off x="0" y="384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4" name="Google Shape;34;p15"/>
                <p:cNvCxnSpPr/>
                <p:nvPr/>
              </p:nvCxnSpPr>
              <p:spPr>
                <a:xfrm>
                  <a:off x="0" y="403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5" name="Google Shape;35;p15"/>
                <p:cNvCxnSpPr/>
                <p:nvPr/>
              </p:nvCxnSpPr>
              <p:spPr>
                <a:xfrm>
                  <a:off x="0" y="422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36" name="Google Shape;36;p15"/>
                <p:cNvCxnSpPr/>
                <p:nvPr/>
              </p:nvCxnSpPr>
              <p:spPr>
                <a:xfrm>
                  <a:off x="1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7" name="Google Shape;37;p15"/>
                <p:cNvCxnSpPr/>
                <p:nvPr/>
              </p:nvCxnSpPr>
              <p:spPr>
                <a:xfrm>
                  <a:off x="3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8" name="Google Shape;38;p15"/>
                <p:cNvCxnSpPr/>
                <p:nvPr/>
              </p:nvCxnSpPr>
              <p:spPr>
                <a:xfrm>
                  <a:off x="5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39" name="Google Shape;39;p15"/>
                <p:cNvCxnSpPr/>
                <p:nvPr/>
              </p:nvCxnSpPr>
              <p:spPr>
                <a:xfrm>
                  <a:off x="76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0" name="Google Shape;40;p15"/>
                <p:cNvCxnSpPr/>
                <p:nvPr/>
              </p:nvCxnSpPr>
              <p:spPr>
                <a:xfrm>
                  <a:off x="96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1" name="Google Shape;41;p15"/>
                <p:cNvCxnSpPr/>
                <p:nvPr/>
              </p:nvCxnSpPr>
              <p:spPr>
                <a:xfrm>
                  <a:off x="115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2" name="Google Shape;42;p15"/>
                <p:cNvCxnSpPr/>
                <p:nvPr/>
              </p:nvCxnSpPr>
              <p:spPr>
                <a:xfrm>
                  <a:off x="134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3" name="Google Shape;43;p15"/>
                <p:cNvCxnSpPr/>
                <p:nvPr/>
              </p:nvCxnSpPr>
              <p:spPr>
                <a:xfrm>
                  <a:off x="153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4" name="Google Shape;44;p15"/>
                <p:cNvCxnSpPr/>
                <p:nvPr/>
              </p:nvCxnSpPr>
              <p:spPr>
                <a:xfrm>
                  <a:off x="172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5" name="Google Shape;45;p15"/>
                <p:cNvCxnSpPr/>
                <p:nvPr/>
              </p:nvCxnSpPr>
              <p:spPr>
                <a:xfrm>
                  <a:off x="192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6" name="Google Shape;46;p15"/>
                <p:cNvCxnSpPr/>
                <p:nvPr/>
              </p:nvCxnSpPr>
              <p:spPr>
                <a:xfrm>
                  <a:off x="211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7" name="Google Shape;47;p15"/>
                <p:cNvCxnSpPr/>
                <p:nvPr/>
              </p:nvCxnSpPr>
              <p:spPr>
                <a:xfrm>
                  <a:off x="230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8" name="Google Shape;48;p15"/>
                <p:cNvCxnSpPr/>
                <p:nvPr/>
              </p:nvCxnSpPr>
              <p:spPr>
                <a:xfrm>
                  <a:off x="249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49" name="Google Shape;49;p15"/>
                <p:cNvCxnSpPr/>
                <p:nvPr/>
              </p:nvCxnSpPr>
              <p:spPr>
                <a:xfrm>
                  <a:off x="268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0" name="Google Shape;50;p15"/>
                <p:cNvCxnSpPr/>
                <p:nvPr/>
              </p:nvCxnSpPr>
              <p:spPr>
                <a:xfrm>
                  <a:off x="288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1" name="Google Shape;51;p15"/>
                <p:cNvCxnSpPr/>
                <p:nvPr/>
              </p:nvCxnSpPr>
              <p:spPr>
                <a:xfrm>
                  <a:off x="307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2" name="Google Shape;52;p15"/>
                <p:cNvCxnSpPr/>
                <p:nvPr/>
              </p:nvCxnSpPr>
              <p:spPr>
                <a:xfrm>
                  <a:off x="326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3" name="Google Shape;53;p15"/>
                <p:cNvCxnSpPr/>
                <p:nvPr/>
              </p:nvCxnSpPr>
              <p:spPr>
                <a:xfrm>
                  <a:off x="345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4" name="Google Shape;54;p15"/>
                <p:cNvCxnSpPr/>
                <p:nvPr/>
              </p:nvCxnSpPr>
              <p:spPr>
                <a:xfrm>
                  <a:off x="364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5" name="Google Shape;55;p15"/>
                <p:cNvCxnSpPr/>
                <p:nvPr/>
              </p:nvCxnSpPr>
              <p:spPr>
                <a:xfrm>
                  <a:off x="384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6" name="Google Shape;56;p15"/>
                <p:cNvCxnSpPr/>
                <p:nvPr/>
              </p:nvCxnSpPr>
              <p:spPr>
                <a:xfrm>
                  <a:off x="403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7" name="Google Shape;57;p15"/>
                <p:cNvCxnSpPr/>
                <p:nvPr/>
              </p:nvCxnSpPr>
              <p:spPr>
                <a:xfrm>
                  <a:off x="422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8" name="Google Shape;58;p15"/>
                <p:cNvCxnSpPr/>
                <p:nvPr/>
              </p:nvCxnSpPr>
              <p:spPr>
                <a:xfrm>
                  <a:off x="441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59" name="Google Shape;59;p15"/>
                <p:cNvCxnSpPr/>
                <p:nvPr/>
              </p:nvCxnSpPr>
              <p:spPr>
                <a:xfrm>
                  <a:off x="460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0" name="Google Shape;60;p15"/>
                <p:cNvCxnSpPr/>
                <p:nvPr/>
              </p:nvCxnSpPr>
              <p:spPr>
                <a:xfrm>
                  <a:off x="480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1" name="Google Shape;61;p15"/>
                <p:cNvCxnSpPr/>
                <p:nvPr/>
              </p:nvCxnSpPr>
              <p:spPr>
                <a:xfrm>
                  <a:off x="49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2" name="Google Shape;62;p15"/>
                <p:cNvCxnSpPr/>
                <p:nvPr/>
              </p:nvCxnSpPr>
              <p:spPr>
                <a:xfrm>
                  <a:off x="51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3" name="Google Shape;63;p15"/>
                <p:cNvCxnSpPr/>
                <p:nvPr/>
              </p:nvCxnSpPr>
              <p:spPr>
                <a:xfrm>
                  <a:off x="53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64" name="Google Shape;64;p15"/>
                <p:cNvCxnSpPr/>
                <p:nvPr/>
              </p:nvCxnSpPr>
              <p:spPr>
                <a:xfrm>
                  <a:off x="5568" y="0"/>
                  <a:ext cx="0" cy="4320"/>
                </a:xfrm>
                <a:prstGeom prst="straightConnector1">
                  <a:avLst/>
                </a:prstGeom>
                <a:noFill/>
                <a:ln w="9525" cap="flat" cmpd="sng">
                  <a:solidFill>
                    <a:schemeClr val="folHlink"/>
                  </a:solidFill>
                  <a:prstDash val="solid"/>
                  <a:miter lim="800000"/>
                  <a:headEnd type="none" w="med" len="med"/>
                  <a:tailEnd type="none" w="med" len="med"/>
                </a:ln>
              </p:spPr>
            </p:cxnSp>
          </p:grpSp>
          <p:cxnSp>
            <p:nvCxnSpPr>
              <p:cNvPr id="65" name="Google Shape;65;p15"/>
              <p:cNvCxnSpPr/>
              <p:nvPr/>
            </p:nvCxnSpPr>
            <p:spPr>
              <a:xfrm>
                <a:off x="5568" y="0"/>
                <a:ext cx="0" cy="1488"/>
              </a:xfrm>
              <a:prstGeom prst="straightConnector1">
                <a:avLst/>
              </a:prstGeom>
              <a:noFill/>
              <a:ln w="9525" cap="flat" cmpd="sng">
                <a:solidFill>
                  <a:schemeClr val="hlink"/>
                </a:solidFill>
                <a:prstDash val="solid"/>
                <a:miter lim="800000"/>
                <a:headEnd type="none" w="med" len="med"/>
                <a:tailEnd type="none" w="med" len="med"/>
              </a:ln>
            </p:spPr>
          </p:cxnSp>
        </p:grpSp>
        <p:grpSp>
          <p:nvGrpSpPr>
            <p:cNvPr id="66" name="Google Shape;66;p15"/>
            <p:cNvGrpSpPr/>
            <p:nvPr/>
          </p:nvGrpSpPr>
          <p:grpSpPr>
            <a:xfrm>
              <a:off x="3" y="559"/>
              <a:ext cx="4192" cy="1796"/>
              <a:chOff x="3" y="559"/>
              <a:chExt cx="4192" cy="1796"/>
            </a:xfrm>
          </p:grpSpPr>
          <p:cxnSp>
            <p:nvCxnSpPr>
              <p:cNvPr id="67" name="Google Shape;67;p15"/>
              <p:cNvCxnSpPr/>
              <p:nvPr/>
            </p:nvCxnSpPr>
            <p:spPr>
              <a:xfrm>
                <a:off x="506" y="559"/>
                <a:ext cx="0" cy="1796"/>
              </a:xfrm>
              <a:prstGeom prst="straightConnector1">
                <a:avLst/>
              </a:prstGeom>
              <a:noFill/>
              <a:ln w="9525" cap="flat" cmpd="sng">
                <a:solidFill>
                  <a:schemeClr val="hlink"/>
                </a:solidFill>
                <a:prstDash val="solid"/>
                <a:miter lim="800000"/>
                <a:headEnd type="none" w="med" len="med"/>
                <a:tailEnd type="none" w="med" len="med"/>
              </a:ln>
            </p:spPr>
          </p:cxnSp>
          <p:cxnSp>
            <p:nvCxnSpPr>
              <p:cNvPr id="68" name="Google Shape;68;p15"/>
              <p:cNvCxnSpPr/>
              <p:nvPr/>
            </p:nvCxnSpPr>
            <p:spPr>
              <a:xfrm rot="10800000">
                <a:off x="3" y="1924"/>
                <a:ext cx="3211" cy="1"/>
              </a:xfrm>
              <a:prstGeom prst="straightConnector1">
                <a:avLst/>
              </a:prstGeom>
              <a:noFill/>
              <a:ln w="9525" cap="flat" cmpd="sng">
                <a:solidFill>
                  <a:schemeClr val="hlink"/>
                </a:solidFill>
                <a:prstDash val="solid"/>
                <a:miter lim="800000"/>
                <a:headEnd type="none" w="med" len="med"/>
                <a:tailEnd type="none" w="med" len="med"/>
              </a:ln>
            </p:spPr>
          </p:cxnSp>
          <p:cxnSp>
            <p:nvCxnSpPr>
              <p:cNvPr id="69" name="Google Shape;69;p15"/>
              <p:cNvCxnSpPr/>
              <p:nvPr/>
            </p:nvCxnSpPr>
            <p:spPr>
              <a:xfrm rot="10800000">
                <a:off x="384" y="938"/>
                <a:ext cx="3811" cy="1"/>
              </a:xfrm>
              <a:prstGeom prst="straightConnector1">
                <a:avLst/>
              </a:prstGeom>
              <a:noFill/>
              <a:ln w="9525" cap="flat" cmpd="sng">
                <a:solidFill>
                  <a:schemeClr val="hlink"/>
                </a:solidFill>
                <a:prstDash val="solid"/>
                <a:miter lim="800000"/>
                <a:headEnd type="none" w="med" len="med"/>
                <a:tailEnd type="none" w="med" len="med"/>
              </a:ln>
            </p:spPr>
          </p:cxnSp>
          <p:sp>
            <p:nvSpPr>
              <p:cNvPr id="70" name="Google Shape;70;p15"/>
              <p:cNvSpPr/>
              <p:nvPr/>
            </p:nvSpPr>
            <p:spPr>
              <a:xfrm rot="-5400000" flipH="1">
                <a:off x="425" y="860"/>
                <a:ext cx="156" cy="157"/>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nvGrpSpPr>
            <p:cNvPr id="71" name="Google Shape;71;p15"/>
            <p:cNvGrpSpPr/>
            <p:nvPr/>
          </p:nvGrpSpPr>
          <p:grpSpPr>
            <a:xfrm>
              <a:off x="1480" y="1952"/>
              <a:ext cx="3808" cy="1812"/>
              <a:chOff x="1480" y="1952"/>
              <a:chExt cx="3808" cy="1812"/>
            </a:xfrm>
          </p:grpSpPr>
          <p:cxnSp>
            <p:nvCxnSpPr>
              <p:cNvPr id="72" name="Google Shape;72;p15"/>
              <p:cNvCxnSpPr/>
              <p:nvPr/>
            </p:nvCxnSpPr>
            <p:spPr>
              <a:xfrm>
                <a:off x="1480" y="3442"/>
                <a:ext cx="3808" cy="0"/>
              </a:xfrm>
              <a:prstGeom prst="straightConnector1">
                <a:avLst/>
              </a:prstGeom>
              <a:noFill/>
              <a:ln w="9525" cap="flat" cmpd="sng">
                <a:solidFill>
                  <a:schemeClr val="hlink"/>
                </a:solidFill>
                <a:prstDash val="solid"/>
                <a:miter lim="800000"/>
                <a:headEnd type="none" w="med" len="med"/>
                <a:tailEnd type="none" w="med" len="med"/>
              </a:ln>
            </p:spPr>
          </p:cxnSp>
          <p:cxnSp>
            <p:nvCxnSpPr>
              <p:cNvPr id="73" name="Google Shape;73;p15"/>
              <p:cNvCxnSpPr/>
              <p:nvPr/>
            </p:nvCxnSpPr>
            <p:spPr>
              <a:xfrm>
                <a:off x="5172" y="1952"/>
                <a:ext cx="0" cy="1812"/>
              </a:xfrm>
              <a:prstGeom prst="straightConnector1">
                <a:avLst/>
              </a:prstGeom>
              <a:noFill/>
              <a:ln w="9525" cap="flat" cmpd="sng">
                <a:solidFill>
                  <a:schemeClr val="hlink"/>
                </a:solidFill>
                <a:prstDash val="solid"/>
                <a:miter lim="800000"/>
                <a:headEnd type="none" w="med" len="med"/>
                <a:tailEnd type="none" w="med" len="med"/>
              </a:ln>
            </p:spPr>
          </p:cxnSp>
          <p:sp>
            <p:nvSpPr>
              <p:cNvPr id="74" name="Google Shape;74;p15"/>
              <p:cNvSpPr/>
              <p:nvPr/>
            </p:nvSpPr>
            <p:spPr>
              <a:xfrm rot="5400000">
                <a:off x="5096" y="3347"/>
                <a:ext cx="156" cy="157"/>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75" name="Google Shape;75;p15"/>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76" name="Google Shape;76;p15"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77" name="Google Shape;77;p15"/>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78" name="Google Shape;78;p15"/>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79" name="Google Shape;79;p15"/>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
        <p:cNvGrpSpPr/>
        <p:nvPr/>
      </p:nvGrpSpPr>
      <p:grpSpPr>
        <a:xfrm>
          <a:off x="0" y="0"/>
          <a:ext cx="0" cy="0"/>
          <a:chOff x="0" y="0"/>
          <a:chExt cx="0" cy="0"/>
        </a:xfrm>
      </p:grpSpPr>
      <p:grpSp>
        <p:nvGrpSpPr>
          <p:cNvPr id="87" name="Google Shape;87;p17"/>
          <p:cNvGrpSpPr/>
          <p:nvPr/>
        </p:nvGrpSpPr>
        <p:grpSpPr>
          <a:xfrm>
            <a:off x="0" y="0"/>
            <a:ext cx="9144000" cy="6858000"/>
            <a:chOff x="0" y="0"/>
            <a:chExt cx="5760" cy="4320"/>
          </a:xfrm>
        </p:grpSpPr>
        <p:grpSp>
          <p:nvGrpSpPr>
            <p:cNvPr id="88" name="Google Shape;88;p17"/>
            <p:cNvGrpSpPr/>
            <p:nvPr/>
          </p:nvGrpSpPr>
          <p:grpSpPr>
            <a:xfrm>
              <a:off x="0" y="0"/>
              <a:ext cx="5760" cy="4320"/>
              <a:chOff x="0" y="0"/>
              <a:chExt cx="5760" cy="4320"/>
            </a:xfrm>
          </p:grpSpPr>
          <p:grpSp>
            <p:nvGrpSpPr>
              <p:cNvPr id="89" name="Google Shape;89;p17"/>
              <p:cNvGrpSpPr/>
              <p:nvPr/>
            </p:nvGrpSpPr>
            <p:grpSpPr>
              <a:xfrm>
                <a:off x="0" y="192"/>
                <a:ext cx="5760" cy="4032"/>
                <a:chOff x="0" y="192"/>
                <a:chExt cx="5760" cy="4032"/>
              </a:xfrm>
            </p:grpSpPr>
            <p:cxnSp>
              <p:nvCxnSpPr>
                <p:cNvPr id="90" name="Google Shape;90;p17"/>
                <p:cNvCxnSpPr/>
                <p:nvPr/>
              </p:nvCxnSpPr>
              <p:spPr>
                <a:xfrm>
                  <a:off x="0" y="19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1" name="Google Shape;91;p17"/>
                <p:cNvCxnSpPr/>
                <p:nvPr/>
              </p:nvCxnSpPr>
              <p:spPr>
                <a:xfrm>
                  <a:off x="0" y="38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2" name="Google Shape;92;p17"/>
                <p:cNvCxnSpPr/>
                <p:nvPr/>
              </p:nvCxnSpPr>
              <p:spPr>
                <a:xfrm>
                  <a:off x="0" y="57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3" name="Google Shape;93;p17"/>
                <p:cNvCxnSpPr/>
                <p:nvPr/>
              </p:nvCxnSpPr>
              <p:spPr>
                <a:xfrm>
                  <a:off x="0" y="76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4" name="Google Shape;94;p17"/>
                <p:cNvCxnSpPr/>
                <p:nvPr/>
              </p:nvCxnSpPr>
              <p:spPr>
                <a:xfrm>
                  <a:off x="0" y="96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5" name="Google Shape;95;p17"/>
                <p:cNvCxnSpPr/>
                <p:nvPr/>
              </p:nvCxnSpPr>
              <p:spPr>
                <a:xfrm>
                  <a:off x="0" y="115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6" name="Google Shape;96;p17"/>
                <p:cNvCxnSpPr/>
                <p:nvPr/>
              </p:nvCxnSpPr>
              <p:spPr>
                <a:xfrm>
                  <a:off x="0" y="134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7" name="Google Shape;97;p17"/>
                <p:cNvCxnSpPr/>
                <p:nvPr/>
              </p:nvCxnSpPr>
              <p:spPr>
                <a:xfrm>
                  <a:off x="0" y="153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8" name="Google Shape;98;p17"/>
                <p:cNvCxnSpPr/>
                <p:nvPr/>
              </p:nvCxnSpPr>
              <p:spPr>
                <a:xfrm>
                  <a:off x="0" y="172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99" name="Google Shape;99;p17"/>
                <p:cNvCxnSpPr/>
                <p:nvPr/>
              </p:nvCxnSpPr>
              <p:spPr>
                <a:xfrm>
                  <a:off x="0" y="192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0" name="Google Shape;100;p17"/>
                <p:cNvCxnSpPr/>
                <p:nvPr/>
              </p:nvCxnSpPr>
              <p:spPr>
                <a:xfrm>
                  <a:off x="0" y="211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1" name="Google Shape;101;p17"/>
                <p:cNvCxnSpPr/>
                <p:nvPr/>
              </p:nvCxnSpPr>
              <p:spPr>
                <a:xfrm>
                  <a:off x="0" y="230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2" name="Google Shape;102;p17"/>
                <p:cNvCxnSpPr/>
                <p:nvPr/>
              </p:nvCxnSpPr>
              <p:spPr>
                <a:xfrm>
                  <a:off x="0" y="249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3" name="Google Shape;103;p17"/>
                <p:cNvCxnSpPr/>
                <p:nvPr/>
              </p:nvCxnSpPr>
              <p:spPr>
                <a:xfrm>
                  <a:off x="0" y="268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4" name="Google Shape;104;p17"/>
                <p:cNvCxnSpPr/>
                <p:nvPr/>
              </p:nvCxnSpPr>
              <p:spPr>
                <a:xfrm>
                  <a:off x="0" y="288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5" name="Google Shape;105;p17"/>
                <p:cNvCxnSpPr/>
                <p:nvPr/>
              </p:nvCxnSpPr>
              <p:spPr>
                <a:xfrm>
                  <a:off x="0" y="307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6" name="Google Shape;106;p17"/>
                <p:cNvCxnSpPr/>
                <p:nvPr/>
              </p:nvCxnSpPr>
              <p:spPr>
                <a:xfrm>
                  <a:off x="0" y="3264"/>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7" name="Google Shape;107;p17"/>
                <p:cNvCxnSpPr/>
                <p:nvPr/>
              </p:nvCxnSpPr>
              <p:spPr>
                <a:xfrm>
                  <a:off x="0" y="3456"/>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8" name="Google Shape;108;p17"/>
                <p:cNvCxnSpPr/>
                <p:nvPr/>
              </p:nvCxnSpPr>
              <p:spPr>
                <a:xfrm>
                  <a:off x="0" y="3648"/>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09" name="Google Shape;109;p17"/>
                <p:cNvCxnSpPr/>
                <p:nvPr/>
              </p:nvCxnSpPr>
              <p:spPr>
                <a:xfrm>
                  <a:off x="0" y="3840"/>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10" name="Google Shape;110;p17"/>
                <p:cNvCxnSpPr/>
                <p:nvPr/>
              </p:nvCxnSpPr>
              <p:spPr>
                <a:xfrm>
                  <a:off x="0" y="4032"/>
                  <a:ext cx="5760" cy="0"/>
                </a:xfrm>
                <a:prstGeom prst="straightConnector1">
                  <a:avLst/>
                </a:prstGeom>
                <a:noFill/>
                <a:ln w="9525" cap="flat" cmpd="sng">
                  <a:solidFill>
                    <a:schemeClr val="folHlink"/>
                  </a:solidFill>
                  <a:prstDash val="solid"/>
                  <a:miter lim="800000"/>
                  <a:headEnd type="none" w="med" len="med"/>
                  <a:tailEnd type="none" w="med" len="med"/>
                </a:ln>
              </p:spPr>
            </p:cxnSp>
            <p:cxnSp>
              <p:nvCxnSpPr>
                <p:cNvPr id="111" name="Google Shape;111;p17"/>
                <p:cNvCxnSpPr/>
                <p:nvPr/>
              </p:nvCxnSpPr>
              <p:spPr>
                <a:xfrm>
                  <a:off x="0" y="4224"/>
                  <a:ext cx="5760" cy="0"/>
                </a:xfrm>
                <a:prstGeom prst="straightConnector1">
                  <a:avLst/>
                </a:prstGeom>
                <a:noFill/>
                <a:ln w="9525" cap="flat" cmpd="sng">
                  <a:solidFill>
                    <a:schemeClr val="folHlink"/>
                  </a:solidFill>
                  <a:prstDash val="solid"/>
                  <a:miter lim="800000"/>
                  <a:headEnd type="none" w="med" len="med"/>
                  <a:tailEnd type="none" w="med" len="med"/>
                </a:ln>
              </p:spPr>
            </p:cxnSp>
          </p:grpSp>
          <p:grpSp>
            <p:nvGrpSpPr>
              <p:cNvPr id="112" name="Google Shape;112;p17"/>
              <p:cNvGrpSpPr/>
              <p:nvPr/>
            </p:nvGrpSpPr>
            <p:grpSpPr>
              <a:xfrm>
                <a:off x="192" y="0"/>
                <a:ext cx="5376" cy="4320"/>
                <a:chOff x="192" y="0"/>
                <a:chExt cx="5376" cy="4320"/>
              </a:xfrm>
            </p:grpSpPr>
            <p:cxnSp>
              <p:nvCxnSpPr>
                <p:cNvPr id="113" name="Google Shape;113;p17"/>
                <p:cNvCxnSpPr/>
                <p:nvPr/>
              </p:nvCxnSpPr>
              <p:spPr>
                <a:xfrm>
                  <a:off x="1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4" name="Google Shape;114;p17"/>
                <p:cNvCxnSpPr/>
                <p:nvPr/>
              </p:nvCxnSpPr>
              <p:spPr>
                <a:xfrm>
                  <a:off x="3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5" name="Google Shape;115;p17"/>
                <p:cNvCxnSpPr/>
                <p:nvPr/>
              </p:nvCxnSpPr>
              <p:spPr>
                <a:xfrm>
                  <a:off x="5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6" name="Google Shape;116;p17"/>
                <p:cNvCxnSpPr/>
                <p:nvPr/>
              </p:nvCxnSpPr>
              <p:spPr>
                <a:xfrm>
                  <a:off x="76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7" name="Google Shape;117;p17"/>
                <p:cNvCxnSpPr/>
                <p:nvPr/>
              </p:nvCxnSpPr>
              <p:spPr>
                <a:xfrm>
                  <a:off x="96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8" name="Google Shape;118;p17"/>
                <p:cNvCxnSpPr/>
                <p:nvPr/>
              </p:nvCxnSpPr>
              <p:spPr>
                <a:xfrm>
                  <a:off x="115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19" name="Google Shape;119;p17"/>
                <p:cNvCxnSpPr/>
                <p:nvPr/>
              </p:nvCxnSpPr>
              <p:spPr>
                <a:xfrm>
                  <a:off x="134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0" name="Google Shape;120;p17"/>
                <p:cNvCxnSpPr/>
                <p:nvPr/>
              </p:nvCxnSpPr>
              <p:spPr>
                <a:xfrm>
                  <a:off x="153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1" name="Google Shape;121;p17"/>
                <p:cNvCxnSpPr/>
                <p:nvPr/>
              </p:nvCxnSpPr>
              <p:spPr>
                <a:xfrm>
                  <a:off x="172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2" name="Google Shape;122;p17"/>
                <p:cNvCxnSpPr/>
                <p:nvPr/>
              </p:nvCxnSpPr>
              <p:spPr>
                <a:xfrm>
                  <a:off x="192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3" name="Google Shape;123;p17"/>
                <p:cNvCxnSpPr/>
                <p:nvPr/>
              </p:nvCxnSpPr>
              <p:spPr>
                <a:xfrm>
                  <a:off x="211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4" name="Google Shape;124;p17"/>
                <p:cNvCxnSpPr/>
                <p:nvPr/>
              </p:nvCxnSpPr>
              <p:spPr>
                <a:xfrm>
                  <a:off x="230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5" name="Google Shape;125;p17"/>
                <p:cNvCxnSpPr/>
                <p:nvPr/>
              </p:nvCxnSpPr>
              <p:spPr>
                <a:xfrm>
                  <a:off x="249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6" name="Google Shape;126;p17"/>
                <p:cNvCxnSpPr/>
                <p:nvPr/>
              </p:nvCxnSpPr>
              <p:spPr>
                <a:xfrm>
                  <a:off x="268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7" name="Google Shape;127;p17"/>
                <p:cNvCxnSpPr/>
                <p:nvPr/>
              </p:nvCxnSpPr>
              <p:spPr>
                <a:xfrm>
                  <a:off x="288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8" name="Google Shape;128;p17"/>
                <p:cNvCxnSpPr/>
                <p:nvPr/>
              </p:nvCxnSpPr>
              <p:spPr>
                <a:xfrm>
                  <a:off x="307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29" name="Google Shape;129;p17"/>
                <p:cNvCxnSpPr/>
                <p:nvPr/>
              </p:nvCxnSpPr>
              <p:spPr>
                <a:xfrm>
                  <a:off x="326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0" name="Google Shape;130;p17"/>
                <p:cNvCxnSpPr/>
                <p:nvPr/>
              </p:nvCxnSpPr>
              <p:spPr>
                <a:xfrm>
                  <a:off x="345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1" name="Google Shape;131;p17"/>
                <p:cNvCxnSpPr/>
                <p:nvPr/>
              </p:nvCxnSpPr>
              <p:spPr>
                <a:xfrm>
                  <a:off x="364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2" name="Google Shape;132;p17"/>
                <p:cNvCxnSpPr/>
                <p:nvPr/>
              </p:nvCxnSpPr>
              <p:spPr>
                <a:xfrm>
                  <a:off x="384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3" name="Google Shape;133;p17"/>
                <p:cNvCxnSpPr/>
                <p:nvPr/>
              </p:nvCxnSpPr>
              <p:spPr>
                <a:xfrm>
                  <a:off x="403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4" name="Google Shape;134;p17"/>
                <p:cNvCxnSpPr/>
                <p:nvPr/>
              </p:nvCxnSpPr>
              <p:spPr>
                <a:xfrm>
                  <a:off x="422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5" name="Google Shape;135;p17"/>
                <p:cNvCxnSpPr/>
                <p:nvPr/>
              </p:nvCxnSpPr>
              <p:spPr>
                <a:xfrm>
                  <a:off x="441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6" name="Google Shape;136;p17"/>
                <p:cNvCxnSpPr/>
                <p:nvPr/>
              </p:nvCxnSpPr>
              <p:spPr>
                <a:xfrm>
                  <a:off x="4608"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7" name="Google Shape;137;p17"/>
                <p:cNvCxnSpPr/>
                <p:nvPr/>
              </p:nvCxnSpPr>
              <p:spPr>
                <a:xfrm>
                  <a:off x="4800"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8" name="Google Shape;138;p17"/>
                <p:cNvCxnSpPr/>
                <p:nvPr/>
              </p:nvCxnSpPr>
              <p:spPr>
                <a:xfrm>
                  <a:off x="4992"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39" name="Google Shape;139;p17"/>
                <p:cNvCxnSpPr/>
                <p:nvPr/>
              </p:nvCxnSpPr>
              <p:spPr>
                <a:xfrm>
                  <a:off x="5184"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40" name="Google Shape;140;p17"/>
                <p:cNvCxnSpPr/>
                <p:nvPr/>
              </p:nvCxnSpPr>
              <p:spPr>
                <a:xfrm>
                  <a:off x="5376" y="0"/>
                  <a:ext cx="0" cy="4320"/>
                </a:xfrm>
                <a:prstGeom prst="straightConnector1">
                  <a:avLst/>
                </a:prstGeom>
                <a:noFill/>
                <a:ln w="9525" cap="flat" cmpd="sng">
                  <a:solidFill>
                    <a:schemeClr val="folHlink"/>
                  </a:solidFill>
                  <a:prstDash val="solid"/>
                  <a:miter lim="800000"/>
                  <a:headEnd type="none" w="med" len="med"/>
                  <a:tailEnd type="none" w="med" len="med"/>
                </a:ln>
              </p:spPr>
            </p:cxnSp>
            <p:cxnSp>
              <p:nvCxnSpPr>
                <p:cNvPr id="141" name="Google Shape;141;p17"/>
                <p:cNvCxnSpPr/>
                <p:nvPr/>
              </p:nvCxnSpPr>
              <p:spPr>
                <a:xfrm>
                  <a:off x="5568" y="0"/>
                  <a:ext cx="0" cy="4320"/>
                </a:xfrm>
                <a:prstGeom prst="straightConnector1">
                  <a:avLst/>
                </a:prstGeom>
                <a:noFill/>
                <a:ln w="9525" cap="flat" cmpd="sng">
                  <a:solidFill>
                    <a:schemeClr val="folHlink"/>
                  </a:solidFill>
                  <a:prstDash val="solid"/>
                  <a:miter lim="800000"/>
                  <a:headEnd type="none" w="med" len="med"/>
                  <a:tailEnd type="none" w="med" len="med"/>
                </a:ln>
              </p:spPr>
            </p:cxnSp>
          </p:grpSp>
        </p:grpSp>
        <p:sp>
          <p:nvSpPr>
            <p:cNvPr id="142" name="Google Shape;142;p17" descr="60%"/>
            <p:cNvSpPr txBox="1"/>
            <p:nvPr/>
          </p:nvSpPr>
          <p:spPr>
            <a:xfrm>
              <a:off x="2112" y="0"/>
              <a:ext cx="3648" cy="9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cxnSp>
          <p:nvCxnSpPr>
            <p:cNvPr id="143" name="Google Shape;143;p17"/>
            <p:cNvCxnSpPr/>
            <p:nvPr/>
          </p:nvCxnSpPr>
          <p:spPr>
            <a:xfrm>
              <a:off x="5568" y="0"/>
              <a:ext cx="0" cy="1488"/>
            </a:xfrm>
            <a:prstGeom prst="straightConnector1">
              <a:avLst/>
            </a:prstGeom>
            <a:noFill/>
            <a:ln w="9525" cap="flat" cmpd="sng">
              <a:solidFill>
                <a:schemeClr val="hlink"/>
              </a:solidFill>
              <a:prstDash val="solid"/>
              <a:miter lim="800000"/>
              <a:headEnd type="none" w="med" len="med"/>
              <a:tailEnd type="none" w="med" len="med"/>
            </a:ln>
          </p:spPr>
        </p:cxnSp>
        <p:grpSp>
          <p:nvGrpSpPr>
            <p:cNvPr id="144" name="Google Shape;144;p17"/>
            <p:cNvGrpSpPr/>
            <p:nvPr/>
          </p:nvGrpSpPr>
          <p:grpSpPr>
            <a:xfrm>
              <a:off x="261" y="892"/>
              <a:ext cx="1124" cy="1464"/>
              <a:chOff x="96" y="916"/>
              <a:chExt cx="2208" cy="2876"/>
            </a:xfrm>
          </p:grpSpPr>
          <p:cxnSp>
            <p:nvCxnSpPr>
              <p:cNvPr id="145" name="Google Shape;145;p17"/>
              <p:cNvCxnSpPr/>
              <p:nvPr/>
            </p:nvCxnSpPr>
            <p:spPr>
              <a:xfrm rot="10800000">
                <a:off x="96" y="1038"/>
                <a:ext cx="2208" cy="0"/>
              </a:xfrm>
              <a:prstGeom prst="straightConnector1">
                <a:avLst/>
              </a:prstGeom>
              <a:noFill/>
              <a:ln w="9525" cap="flat" cmpd="sng">
                <a:solidFill>
                  <a:schemeClr val="hlink"/>
                </a:solidFill>
                <a:prstDash val="solid"/>
                <a:miter lim="800000"/>
                <a:headEnd type="none" w="med" len="med"/>
                <a:tailEnd type="none" w="med" len="med"/>
              </a:ln>
            </p:spPr>
          </p:cxnSp>
          <p:cxnSp>
            <p:nvCxnSpPr>
              <p:cNvPr id="146" name="Google Shape;146;p17"/>
              <p:cNvCxnSpPr/>
              <p:nvPr/>
            </p:nvCxnSpPr>
            <p:spPr>
              <a:xfrm>
                <a:off x="336" y="920"/>
                <a:ext cx="0" cy="2872"/>
              </a:xfrm>
              <a:prstGeom prst="straightConnector1">
                <a:avLst/>
              </a:prstGeom>
              <a:noFill/>
              <a:ln w="9525" cap="flat" cmpd="sng">
                <a:solidFill>
                  <a:schemeClr val="hlink"/>
                </a:solidFill>
                <a:prstDash val="solid"/>
                <a:miter lim="800000"/>
                <a:headEnd type="none" w="med" len="med"/>
                <a:tailEnd type="none" w="med" len="med"/>
              </a:ln>
            </p:spPr>
          </p:cxnSp>
          <p:sp>
            <p:nvSpPr>
              <p:cNvPr id="147" name="Google Shape;147;p17"/>
              <p:cNvSpPr/>
              <p:nvPr/>
            </p:nvSpPr>
            <p:spPr>
              <a:xfrm flipH="1">
                <a:off x="218" y="916"/>
                <a:ext cx="238" cy="240"/>
              </a:xfrm>
              <a:custGeom>
                <a:avLst/>
                <a:gdLst/>
                <a:ahLst/>
                <a:cxnLst/>
                <a:rect l="l" t="t"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grpSp>
      </p:grpSp>
      <p:sp>
        <p:nvSpPr>
          <p:cNvPr id="148" name="Google Shape;148;p17"/>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l"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l"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l"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l"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l"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l"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l"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l"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49" name="Google Shape;149;p17"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lvl1pPr marL="457200" marR="0" lvl="0" indent="-350520" algn="l" rtl="0">
              <a:spcBef>
                <a:spcPts val="640"/>
              </a:spcBef>
              <a:spcAft>
                <a:spcPts val="0"/>
              </a:spcAft>
              <a:buClr>
                <a:schemeClr val="dk1"/>
              </a:buClr>
              <a:buSzPts val="1920"/>
              <a:buFont typeface="Noto Sans Symbols"/>
              <a:buChar char="❑"/>
              <a:defRPr sz="3200" b="0" i="0" u="none" strike="noStrike" cap="none">
                <a:solidFill>
                  <a:schemeClr val="dk1"/>
                </a:solidFill>
                <a:latin typeface="Tahoma"/>
                <a:ea typeface="Tahoma"/>
                <a:cs typeface="Tahoma"/>
                <a:sym typeface="Tahoma"/>
              </a:defRPr>
            </a:lvl1pPr>
            <a:lvl2pPr marL="914400" marR="0" lvl="1" indent="-335280" algn="l" rtl="0">
              <a:spcBef>
                <a:spcPts val="560"/>
              </a:spcBef>
              <a:spcAft>
                <a:spcPts val="0"/>
              </a:spcAft>
              <a:buClr>
                <a:schemeClr val="dk1"/>
              </a:buClr>
              <a:buSzPts val="1680"/>
              <a:buFont typeface="Noto Sans Symbols"/>
              <a:buChar char="■"/>
              <a:defRPr sz="2800" b="0" i="0" u="none" strike="noStrike" cap="none">
                <a:solidFill>
                  <a:schemeClr val="dk1"/>
                </a:solidFill>
                <a:latin typeface="Tahoma"/>
                <a:ea typeface="Tahoma"/>
                <a:cs typeface="Tahoma"/>
                <a:sym typeface="Tahoma"/>
              </a:defRPr>
            </a:lvl2pPr>
            <a:lvl3pPr marL="1371600" marR="0" lvl="2" indent="-373380" algn="l" rtl="0">
              <a:spcBef>
                <a:spcPts val="480"/>
              </a:spcBef>
              <a:spcAft>
                <a:spcPts val="0"/>
              </a:spcAft>
              <a:buClr>
                <a:schemeClr val="hlink"/>
              </a:buClr>
              <a:buSzPts val="2280"/>
              <a:buFont typeface="Noto Sans Symbols"/>
              <a:buChar char="⬥"/>
              <a:defRPr sz="2400" b="0" i="0" u="none" strike="noStrike" cap="none">
                <a:solidFill>
                  <a:schemeClr val="dk1"/>
                </a:solidFill>
                <a:latin typeface="Tahoma"/>
                <a:ea typeface="Tahoma"/>
                <a:cs typeface="Tahoma"/>
                <a:sym typeface="Tahoma"/>
              </a:defRPr>
            </a:lvl3pPr>
            <a:lvl4pPr marL="1828800" marR="0" lvl="3" indent="-311150" algn="l" rtl="0">
              <a:spcBef>
                <a:spcPts val="400"/>
              </a:spcBef>
              <a:spcAft>
                <a:spcPts val="0"/>
              </a:spcAft>
              <a:buClr>
                <a:schemeClr val="dk1"/>
              </a:buClr>
              <a:buSzPts val="1300"/>
              <a:buFont typeface="Noto Sans Symbols"/>
              <a:buChar char="■"/>
              <a:defRPr sz="2000" b="0" i="0" u="none" strike="noStrike" cap="none">
                <a:solidFill>
                  <a:schemeClr val="dk1"/>
                </a:solidFill>
                <a:latin typeface="Tahoma"/>
                <a:ea typeface="Tahoma"/>
                <a:cs typeface="Tahoma"/>
                <a:sym typeface="Tahoma"/>
              </a:defRPr>
            </a:lvl4pPr>
            <a:lvl5pPr marL="2286000" marR="0" lvl="4"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5pPr>
            <a:lvl6pPr marL="2743200" marR="0" lvl="5"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6pPr>
            <a:lvl7pPr marL="3200400" marR="0" lvl="6"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7pPr>
            <a:lvl8pPr marL="3657600" marR="0" lvl="7"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8pPr>
            <a:lvl9pPr marL="4114800" marR="0" lvl="8" indent="-304800" algn="l" rtl="0">
              <a:spcBef>
                <a:spcPts val="400"/>
              </a:spcBef>
              <a:spcAft>
                <a:spcPts val="0"/>
              </a:spcAft>
              <a:buClr>
                <a:schemeClr val="hlink"/>
              </a:buClr>
              <a:buSzPts val="1200"/>
              <a:buFont typeface="Noto Sans Symbols"/>
              <a:buChar char="■"/>
              <a:defRPr sz="2000" b="0" i="0" u="none" strike="noStrike" cap="none">
                <a:solidFill>
                  <a:schemeClr val="dk1"/>
                </a:solidFill>
                <a:latin typeface="Tahoma"/>
                <a:ea typeface="Tahoma"/>
                <a:cs typeface="Tahoma"/>
                <a:sym typeface="Tahoma"/>
              </a:defRPr>
            </a:lvl9pPr>
          </a:lstStyle>
          <a:p>
            <a:endParaRPr/>
          </a:p>
        </p:txBody>
      </p:sp>
      <p:sp>
        <p:nvSpPr>
          <p:cNvPr id="150" name="Google Shape;150;p17"/>
          <p:cNvSpPr txBox="1">
            <a:spLocks noGrp="1"/>
          </p:cNvSpPr>
          <p:nvPr>
            <p:ph type="dt" idx="10"/>
          </p:nvPr>
        </p:nvSpPr>
        <p:spPr>
          <a:xfrm>
            <a:off x="76200" y="6248400"/>
            <a:ext cx="35052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51" name="Google Shape;151;p17"/>
          <p:cNvSpPr txBox="1">
            <a:spLocks noGrp="1"/>
          </p:cNvSpPr>
          <p:nvPr>
            <p:ph type="ftr" idx="1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SzPts val="1400"/>
              <a:buNone/>
              <a:defRPr sz="1400" b="0" i="0" u="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2400" b="0" i="0" u="none" strike="noStrike" cap="none">
                <a:solidFill>
                  <a:schemeClr val="dk1"/>
                </a:solidFill>
                <a:latin typeface="Tahoma"/>
                <a:ea typeface="Tahoma"/>
                <a:cs typeface="Tahoma"/>
                <a:sym typeface="Tahoma"/>
              </a:defRPr>
            </a:lvl9pPr>
          </a:lstStyle>
          <a:p>
            <a:endParaRPr/>
          </a:p>
        </p:txBody>
      </p:sp>
      <p:sp>
        <p:nvSpPr>
          <p:cNvPr id="152" name="Google Shape;152;p17"/>
          <p:cNvSpPr txBox="1">
            <a:spLocks noGrp="1"/>
          </p:cNvSpPr>
          <p:nvPr>
            <p:ph type="sldNum" idx="12"/>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
          <p:cNvSpPr txBox="1">
            <a:spLocks noGrp="1"/>
          </p:cNvSpPr>
          <p:nvPr>
            <p:ph type="ctrTitle"/>
          </p:nvPr>
        </p:nvSpPr>
        <p:spPr>
          <a:xfrm>
            <a:off x="1066800" y="1752600"/>
            <a:ext cx="79248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The concepts of transfer learning</a:t>
            </a:r>
            <a:endParaRPr/>
          </a:p>
        </p:txBody>
      </p:sp>
      <p:pic>
        <p:nvPicPr>
          <p:cNvPr id="190" name="Google Shape;190;p1"/>
          <p:cNvPicPr preferRelativeResize="0"/>
          <p:nvPr/>
        </p:nvPicPr>
        <p:blipFill rotWithShape="1">
          <a:blip r:embed="rId3">
            <a:alphaModFix/>
          </a:blip>
          <a:srcRect/>
          <a:stretch/>
        </p:blipFill>
        <p:spPr>
          <a:xfrm>
            <a:off x="65087" y="44450"/>
            <a:ext cx="1254125" cy="488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Objectives</a:t>
            </a:r>
            <a:endParaRPr/>
          </a:p>
        </p:txBody>
      </p:sp>
      <p:sp>
        <p:nvSpPr>
          <p:cNvPr id="196" name="Google Shape;196;p2"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Understanding transfer learning</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Coding transfer learning from the inception model</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
        <p:nvSpPr>
          <p:cNvPr id="197" name="Google Shape;197;p2"/>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2</a:t>
            </a:fld>
            <a:endParaRPr/>
          </a:p>
        </p:txBody>
      </p:sp>
      <p:pic>
        <p:nvPicPr>
          <p:cNvPr id="198" name="Google Shape;198;p2"/>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199" name="Google Shape;199;p2"/>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What is Transfer Learning?</a:t>
            </a:r>
            <a:endParaRPr/>
          </a:p>
        </p:txBody>
      </p:sp>
      <p:sp>
        <p:nvSpPr>
          <p:cNvPr id="206" name="Google Shape;206;p3"/>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3</a:t>
            </a:fld>
            <a:endParaRPr/>
          </a:p>
        </p:txBody>
      </p:sp>
      <p:sp>
        <p:nvSpPr>
          <p:cNvPr id="207" name="Google Shape;207;p3"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Transfer learning is a technique in machine learning where a model trained on one task is used as the starting point for a model on a second task. </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Useful when the second task is similar to the first task, or when there is limited data available for the second task. </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pic>
        <p:nvPicPr>
          <p:cNvPr id="208" name="Google Shape;208;p3"/>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09" name="Google Shape;209;p3"/>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pic>
        <p:nvPicPr>
          <p:cNvPr id="210" name="Google Shape;210;p3"/>
          <p:cNvPicPr preferRelativeResize="0"/>
          <p:nvPr/>
        </p:nvPicPr>
        <p:blipFill rotWithShape="1">
          <a:blip r:embed="rId4">
            <a:alphaModFix/>
          </a:blip>
          <a:srcRect/>
          <a:stretch/>
        </p:blipFill>
        <p:spPr>
          <a:xfrm>
            <a:off x="2590800" y="4232275"/>
            <a:ext cx="3733800" cy="2092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4"/>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What is Transfer Learning?</a:t>
            </a:r>
            <a:endParaRPr/>
          </a:p>
        </p:txBody>
      </p:sp>
      <p:sp>
        <p:nvSpPr>
          <p:cNvPr id="217" name="Google Shape;217;p4"/>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4</a:t>
            </a:fld>
            <a:endParaRPr/>
          </a:p>
        </p:txBody>
      </p:sp>
      <p:sp>
        <p:nvSpPr>
          <p:cNvPr id="218" name="Google Shape;218;p4"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Transfer learning is an optimization that allows rapid progress or improved performance when modeling the second task.</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Transfer learning is related to problems such as multi-task learning and concept drift and is not exclusively an area of study for deep learning.</a:t>
            </a:r>
            <a:endParaRPr/>
          </a:p>
          <a:p>
            <a:pPr marL="342900" lvl="0" indent="0" algn="l" rtl="0">
              <a:lnSpc>
                <a:spcPct val="150000"/>
              </a:lnSpc>
              <a:spcBef>
                <a:spcPts val="400"/>
              </a:spcBef>
              <a:spcAft>
                <a:spcPts val="0"/>
              </a:spcAft>
              <a:buNone/>
            </a:pPr>
            <a:endParaRPr/>
          </a:p>
        </p:txBody>
      </p:sp>
      <p:pic>
        <p:nvPicPr>
          <p:cNvPr id="219" name="Google Shape;219;p4"/>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20" name="Google Shape;220;p4"/>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5"/>
          <p:cNvSpPr txBox="1">
            <a:spLocks noGrp="1"/>
          </p:cNvSpPr>
          <p:nvPr>
            <p:ph type="title"/>
          </p:nvPr>
        </p:nvSpPr>
        <p:spPr>
          <a:xfrm>
            <a:off x="609600" y="304800"/>
            <a:ext cx="8153400" cy="1295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3900" b="0" i="0" u="none">
                <a:solidFill>
                  <a:schemeClr val="dk2"/>
                </a:solidFill>
                <a:latin typeface="Tahoma"/>
                <a:ea typeface="Tahoma"/>
                <a:cs typeface="Tahoma"/>
                <a:sym typeface="Tahoma"/>
              </a:rPr>
              <a:t>Why do we need Transfer Learning?</a:t>
            </a:r>
            <a:endParaRPr sz="4300"/>
          </a:p>
        </p:txBody>
      </p:sp>
      <p:sp>
        <p:nvSpPr>
          <p:cNvPr id="227" name="Google Shape;227;p5"/>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5</a:t>
            </a:fld>
            <a:endParaRPr/>
          </a:p>
        </p:txBody>
      </p:sp>
      <p:sp>
        <p:nvSpPr>
          <p:cNvPr id="228" name="Google Shape;228;p5"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Many deep neural networks trained on images have a curious phenomenon in common: in the early layers of the network, a deep learning model tries to learn a low level of features, like detecting edges, colours, variations of intensities, etc.</a:t>
            </a:r>
            <a:endParaRPr/>
          </a:p>
          <a:p>
            <a:pPr marL="342900" lvl="0" indent="-342900" algn="l" rtl="0">
              <a:lnSpc>
                <a:spcPct val="150000"/>
              </a:lnSpc>
              <a:spcBef>
                <a:spcPts val="400"/>
              </a:spcBef>
              <a:spcAft>
                <a:spcPts val="0"/>
              </a:spcAft>
              <a:buClr>
                <a:srgbClr val="FF0000"/>
              </a:buClr>
              <a:buSzPts val="1200"/>
              <a:buFont typeface="Noto Sans Symbols"/>
              <a:buChar char="❑"/>
            </a:pPr>
            <a:r>
              <a:rPr lang="en-US" sz="2000" b="0" i="0" u="none">
                <a:solidFill>
                  <a:srgbClr val="FF0000"/>
                </a:solidFill>
                <a:latin typeface="Tahoma"/>
                <a:ea typeface="Tahoma"/>
                <a:cs typeface="Tahoma"/>
                <a:sym typeface="Tahoma"/>
              </a:rPr>
              <a:t>Discuss and give your opinions!</a:t>
            </a:r>
            <a:endParaRPr>
              <a:solidFill>
                <a:srgbClr val="FF0000"/>
              </a:solidFill>
            </a:endParaRPr>
          </a:p>
        </p:txBody>
      </p:sp>
      <p:pic>
        <p:nvPicPr>
          <p:cNvPr id="229" name="Google Shape;229;p5"/>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30" name="Google Shape;230;p5"/>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6"/>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to use Transfer Learning?</a:t>
            </a:r>
            <a:endParaRPr/>
          </a:p>
        </p:txBody>
      </p:sp>
      <p:sp>
        <p:nvSpPr>
          <p:cNvPr id="237" name="Google Shape;237;p6"/>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6</a:t>
            </a:fld>
            <a:endParaRPr/>
          </a:p>
        </p:txBody>
      </p:sp>
      <p:sp>
        <p:nvSpPr>
          <p:cNvPr id="238" name="Google Shape;238;p6"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Two common approaches are as follows:</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Develop Model Approach</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Pre-trained Model Approach</a:t>
            </a:r>
            <a:endParaRPr/>
          </a:p>
        </p:txBody>
      </p:sp>
      <p:pic>
        <p:nvPicPr>
          <p:cNvPr id="239" name="Google Shape;239;p6"/>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40" name="Google Shape;240;p6"/>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pic>
        <p:nvPicPr>
          <p:cNvPr id="241" name="Google Shape;241;p6"/>
          <p:cNvPicPr preferRelativeResize="0"/>
          <p:nvPr/>
        </p:nvPicPr>
        <p:blipFill rotWithShape="1">
          <a:blip r:embed="rId4">
            <a:alphaModFix/>
          </a:blip>
          <a:srcRect/>
          <a:stretch/>
        </p:blipFill>
        <p:spPr>
          <a:xfrm>
            <a:off x="1828800" y="3429000"/>
            <a:ext cx="5429250" cy="2333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7"/>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to use Transfer Learning?</a:t>
            </a:r>
            <a:endParaRPr/>
          </a:p>
        </p:txBody>
      </p:sp>
      <p:sp>
        <p:nvSpPr>
          <p:cNvPr id="248" name="Google Shape;248;p7"/>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7</a:t>
            </a:fld>
            <a:endParaRPr/>
          </a:p>
        </p:txBody>
      </p:sp>
      <p:sp>
        <p:nvSpPr>
          <p:cNvPr id="249" name="Google Shape;249;p7"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Develop Model Approach</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1. Select Source Task: select a related predictive modeling problem with an abundance of data where there is some relationship in the input data, output data, and/or concepts learned during the mapping from input to output data.</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2. Develop Source Model: develop a skillful model for this first task. The model must be better than a naive model to ensure that some feature learning has been performed.</a:t>
            </a:r>
            <a:endParaRPr/>
          </a:p>
        </p:txBody>
      </p:sp>
      <p:pic>
        <p:nvPicPr>
          <p:cNvPr id="250" name="Google Shape;250;p7"/>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51" name="Google Shape;251;p7"/>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8"/>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to use Transfer Learning?</a:t>
            </a:r>
            <a:endParaRPr/>
          </a:p>
        </p:txBody>
      </p:sp>
      <p:sp>
        <p:nvSpPr>
          <p:cNvPr id="258" name="Google Shape;258;p8"/>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8</a:t>
            </a:fld>
            <a:endParaRPr/>
          </a:p>
        </p:txBody>
      </p:sp>
      <p:sp>
        <p:nvSpPr>
          <p:cNvPr id="259" name="Google Shape;259;p8"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66700" algn="l" rtl="0">
              <a:lnSpc>
                <a:spcPct val="150000"/>
              </a:lnSpc>
              <a:spcBef>
                <a:spcPts val="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3. Reuse Model: The model fit on the source task can then be used as the starting point for a model on the second task of interest. This may involve using all or parts of the model, depending on the modeling technique used.</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4. Tune Model:  Optionally, the model may need to be adapted or refined on the input-output pair data available for the task of interest.</a:t>
            </a:r>
            <a:endParaRPr/>
          </a:p>
          <a:p>
            <a:pPr marL="342900" lvl="0" indent="-281940" algn="l" rtl="0">
              <a:spcBef>
                <a:spcPts val="320"/>
              </a:spcBef>
              <a:spcAft>
                <a:spcPts val="0"/>
              </a:spcAft>
              <a:buSzPts val="960"/>
              <a:buNone/>
            </a:pPr>
            <a:endParaRPr sz="1600" b="0" i="0" u="none">
              <a:solidFill>
                <a:schemeClr val="dk1"/>
              </a:solidFill>
              <a:latin typeface="Tahoma"/>
              <a:ea typeface="Tahoma"/>
              <a:cs typeface="Tahoma"/>
              <a:sym typeface="Tahoma"/>
            </a:endParaRPr>
          </a:p>
        </p:txBody>
      </p:sp>
      <p:pic>
        <p:nvPicPr>
          <p:cNvPr id="260" name="Google Shape;260;p8"/>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61" name="Google Shape;261;p8"/>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9"/>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to use Transfer Learning?</a:t>
            </a:r>
            <a:endParaRPr/>
          </a:p>
        </p:txBody>
      </p:sp>
      <p:sp>
        <p:nvSpPr>
          <p:cNvPr id="268" name="Google Shape;268;p9"/>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9</a:t>
            </a:fld>
            <a:endParaRPr/>
          </a:p>
        </p:txBody>
      </p:sp>
      <p:sp>
        <p:nvSpPr>
          <p:cNvPr id="269" name="Google Shape;269;p9"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Pre-trained Model Approach</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Select Source Model: A pre-trained source model is chosen from available models. Many research institutions release models on large and challenging datasets that may be included in the pool of candidate models from which to choose from.</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Reuse Model: The model pre-trained model can then be used as the starting point for a model on the second task of interest. </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Tune Model: Optionally, the model may need to be adapted or refined on the input-output pair data available for the task of interest.</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1" i="0" u="none">
                <a:solidFill>
                  <a:schemeClr val="dk1"/>
                </a:solidFill>
                <a:latin typeface="Tahoma"/>
                <a:ea typeface="Tahoma"/>
                <a:cs typeface="Tahoma"/>
                <a:sym typeface="Tahoma"/>
              </a:rPr>
              <a:t>Common  in the field of deep learning</a:t>
            </a:r>
            <a:endParaRPr/>
          </a:p>
        </p:txBody>
      </p:sp>
      <p:pic>
        <p:nvPicPr>
          <p:cNvPr id="270" name="Google Shape;270;p9"/>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71" name="Google Shape;271;p9"/>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0"/>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does Transfer Learning work?</a:t>
            </a:r>
            <a:endParaRPr/>
          </a:p>
        </p:txBody>
      </p:sp>
      <p:sp>
        <p:nvSpPr>
          <p:cNvPr id="278" name="Google Shape;278;p10"/>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10</a:t>
            </a:fld>
            <a:endParaRPr/>
          </a:p>
        </p:txBody>
      </p:sp>
      <p:sp>
        <p:nvSpPr>
          <p:cNvPr id="279" name="Google Shape;279;p10"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This is a general summary of how transfer learning works:</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Pre-trained Model: Start with a model that has previously been trained for a certain task using a large set of data. Frequently trained on extensive datasets, this model has identified general features and patterns relevant to numerous related jobs.</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Base Model: The model that has been pre-trained is known as the base model. It is made up of layers that have utilized the incoming data to learn hierarchical feature representations.</a:t>
            </a:r>
            <a:endParaRPr/>
          </a:p>
        </p:txBody>
      </p:sp>
      <p:pic>
        <p:nvPicPr>
          <p:cNvPr id="280" name="Google Shape;280;p10"/>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81" name="Google Shape;281;p10"/>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1"/>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How does Transfer Learning work?</a:t>
            </a:r>
            <a:endParaRPr/>
          </a:p>
        </p:txBody>
      </p:sp>
      <p:sp>
        <p:nvSpPr>
          <p:cNvPr id="288" name="Google Shape;288;p11"/>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11</a:t>
            </a:fld>
            <a:endParaRPr/>
          </a:p>
        </p:txBody>
      </p:sp>
      <p:sp>
        <p:nvSpPr>
          <p:cNvPr id="289" name="Google Shape;289;p11"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266700" algn="l" rtl="0">
              <a:lnSpc>
                <a:spcPct val="150000"/>
              </a:lnSpc>
              <a:spcBef>
                <a:spcPts val="0"/>
              </a:spcBef>
              <a:spcAft>
                <a:spcPts val="0"/>
              </a:spcAft>
              <a:buClr>
                <a:schemeClr val="dk1"/>
              </a:buClr>
              <a:buSzPts val="1200"/>
              <a:buFont typeface="Noto Sans Symbols"/>
              <a:buNone/>
            </a:pPr>
            <a:endParaRPr sz="2000" b="0" i="0" u="none">
              <a:solidFill>
                <a:schemeClr val="dk1"/>
              </a:solidFill>
              <a:latin typeface="Tahoma"/>
              <a:ea typeface="Tahoma"/>
              <a:cs typeface="Tahoma"/>
              <a:sym typeface="Tahoma"/>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Transfer Layers: In the pre-trained model, find a set of layers that capture generic information relevant to the new task as well as the previous one. Because they are prone to learning low-level information, these layers are frequently found near the top of the network.</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Fine-tuning: Using the dataset from the new challenge to retrain the chosen layers. We define this procedure as fine-tuning. The goal is to preserve the knowledge from the pre-training while enabling the model to modify its parameters to better suit the demands of the current assignment.</a:t>
            </a:r>
            <a:endParaRPr/>
          </a:p>
        </p:txBody>
      </p:sp>
      <p:pic>
        <p:nvPicPr>
          <p:cNvPr id="290" name="Google Shape;290;p11"/>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291" name="Google Shape;291;p11"/>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2"/>
          <p:cNvSpPr txBox="1">
            <a:spLocks noGrp="1"/>
          </p:cNvSpPr>
          <p:nvPr>
            <p:ph type="title"/>
          </p:nvPr>
        </p:nvSpPr>
        <p:spPr>
          <a:xfrm>
            <a:off x="609600" y="304800"/>
            <a:ext cx="8153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Evaluation Transfer Learning</a:t>
            </a:r>
            <a:endParaRPr/>
          </a:p>
        </p:txBody>
      </p:sp>
      <p:sp>
        <p:nvSpPr>
          <p:cNvPr id="298" name="Google Shape;298;p12"/>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12</a:t>
            </a:fld>
            <a:endParaRPr/>
          </a:p>
        </p:txBody>
      </p:sp>
      <p:sp>
        <p:nvSpPr>
          <p:cNvPr id="299" name="Google Shape;299;p12" descr="Rectangle: Click to edit Master text styles &#10;Second level &#10;Third level &#10;Fourth level &#10;Fifth level"/>
          <p:cNvSpPr txBox="1">
            <a:spLocks noGrp="1"/>
          </p:cNvSpPr>
          <p:nvPr>
            <p:ph type="body" idx="1"/>
          </p:nvPr>
        </p:nvSpPr>
        <p:spPr>
          <a:xfrm>
            <a:off x="838200" y="1752600"/>
            <a:ext cx="75438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Advantages of transfer learning:</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Speed up the training process.</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Better performance.</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Handling small datasets.</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Disadvantages of transfer learning:</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Domain mismatch.</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Overfitting.</a:t>
            </a:r>
            <a:endParaRPr/>
          </a:p>
          <a:p>
            <a:pPr marL="742950" lvl="1" indent="-285750" algn="l" rtl="0">
              <a:lnSpc>
                <a:spcPct val="150000"/>
              </a:lnSpc>
              <a:spcBef>
                <a:spcPts val="320"/>
              </a:spcBef>
              <a:spcAft>
                <a:spcPts val="0"/>
              </a:spcAft>
              <a:buClr>
                <a:schemeClr val="dk1"/>
              </a:buClr>
              <a:buSzPts val="960"/>
              <a:buFont typeface="Noto Sans Symbols"/>
              <a:buChar char="■"/>
            </a:pPr>
            <a:r>
              <a:rPr lang="en-US" sz="1600" b="0" i="0" u="none">
                <a:solidFill>
                  <a:schemeClr val="dk1"/>
                </a:solidFill>
                <a:latin typeface="Tahoma"/>
                <a:ea typeface="Tahoma"/>
                <a:cs typeface="Tahoma"/>
                <a:sym typeface="Tahoma"/>
              </a:rPr>
              <a:t>Complexity.</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rgbClr val="FF0000"/>
                </a:solidFill>
                <a:latin typeface="Tahoma"/>
                <a:ea typeface="Tahoma"/>
                <a:cs typeface="Tahoma"/>
                <a:sym typeface="Tahoma"/>
              </a:rPr>
              <a:t>Discuss give your opinions</a:t>
            </a:r>
            <a:endParaRPr/>
          </a:p>
        </p:txBody>
      </p:sp>
      <p:pic>
        <p:nvPicPr>
          <p:cNvPr id="300" name="Google Shape;300;p12"/>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01" name="Google Shape;301;p12"/>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3"/>
          <p:cNvSpPr txBox="1">
            <a:spLocks noGrp="1"/>
          </p:cNvSpPr>
          <p:nvPr>
            <p:ph type="title"/>
          </p:nvPr>
        </p:nvSpPr>
        <p:spPr>
          <a:xfrm>
            <a:off x="609600" y="304800"/>
            <a:ext cx="7772400" cy="1143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Summary</a:t>
            </a:r>
            <a:endParaRPr/>
          </a:p>
        </p:txBody>
      </p:sp>
      <p:sp>
        <p:nvSpPr>
          <p:cNvPr id="307" name="Google Shape;307;p13" descr="Rectangle: Click to edit Master text styles &#10;Second level &#10;Third level &#10;Fourth level &#10;Fifth level"/>
          <p:cNvSpPr txBox="1">
            <a:spLocks noGrp="1"/>
          </p:cNvSpPr>
          <p:nvPr>
            <p:ph type="body" idx="1"/>
          </p:nvPr>
        </p:nvSpPr>
        <p:spPr>
          <a:xfrm>
            <a:off x="838200" y="19050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Understanding ImageDataGenerator</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Defining a ConvNet to use complex images</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Train the ConvNet with ImageDataGenerator</a:t>
            </a:r>
            <a:endParaRPr/>
          </a:p>
          <a:p>
            <a:pPr marL="342900" lvl="0" indent="-342900" algn="l" rtl="0">
              <a:lnSpc>
                <a:spcPct val="150000"/>
              </a:lnSpc>
              <a:spcBef>
                <a:spcPts val="400"/>
              </a:spcBef>
              <a:spcAft>
                <a:spcPts val="0"/>
              </a:spcAft>
              <a:buClr>
                <a:schemeClr val="dk1"/>
              </a:buClr>
              <a:buSzPts val="1200"/>
              <a:buFont typeface="Noto Sans Symbols"/>
              <a:buChar char="❑"/>
            </a:pPr>
            <a:r>
              <a:rPr lang="en-US" sz="2000" b="0" i="0" u="none">
                <a:solidFill>
                  <a:schemeClr val="dk1"/>
                </a:solidFill>
                <a:latin typeface="Tahoma"/>
                <a:ea typeface="Tahoma"/>
                <a:cs typeface="Tahoma"/>
                <a:sym typeface="Tahoma"/>
              </a:rPr>
              <a:t>Exploring the impact of compressing images</a:t>
            </a:r>
            <a:endParaRPr/>
          </a:p>
          <a:p>
            <a:pPr marL="342900" lvl="0" indent="-266700" algn="l" rtl="0">
              <a:spcBef>
                <a:spcPts val="400"/>
              </a:spcBef>
              <a:spcAft>
                <a:spcPts val="0"/>
              </a:spcAft>
              <a:buSzPts val="1200"/>
              <a:buNone/>
            </a:pPr>
            <a:endParaRPr sz="2000" b="0" i="0" u="none">
              <a:solidFill>
                <a:schemeClr val="dk1"/>
              </a:solidFill>
              <a:latin typeface="Tahoma"/>
              <a:ea typeface="Tahoma"/>
              <a:cs typeface="Tahoma"/>
              <a:sym typeface="Tahoma"/>
            </a:endParaRPr>
          </a:p>
        </p:txBody>
      </p:sp>
      <p:sp>
        <p:nvSpPr>
          <p:cNvPr id="308" name="Google Shape;308;p13"/>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13</a:t>
            </a:fld>
            <a:endParaRPr/>
          </a:p>
        </p:txBody>
      </p:sp>
      <p:pic>
        <p:nvPicPr>
          <p:cNvPr id="309" name="Google Shape;309;p13"/>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10" name="Google Shape;310;p13"/>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4"/>
          <p:cNvSpPr txBox="1">
            <a:spLocks noGrp="1"/>
          </p:cNvSpPr>
          <p:nvPr>
            <p:ph type="title"/>
          </p:nvPr>
        </p:nvSpPr>
        <p:spPr>
          <a:xfrm>
            <a:off x="1143000" y="3124200"/>
            <a:ext cx="6705600" cy="11430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Q &amp; A</a:t>
            </a:r>
            <a:endParaRPr/>
          </a:p>
        </p:txBody>
      </p:sp>
      <p:sp>
        <p:nvSpPr>
          <p:cNvPr id="316" name="Google Shape;316;p14"/>
          <p:cNvSpPr txBox="1"/>
          <p:nvPr/>
        </p:nvSpPr>
        <p:spPr>
          <a:xfrm>
            <a:off x="6705600" y="62484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400"/>
              <a:buFont typeface="Tahoma"/>
              <a:buNone/>
            </a:pPr>
            <a:fld id="{00000000-1234-1234-1234-123412341234}" type="slidenum">
              <a:rPr lang="en-US" sz="1400" b="0" i="0" u="none">
                <a:solidFill>
                  <a:schemeClr val="dk1"/>
                </a:solidFill>
                <a:latin typeface="Tahoma"/>
                <a:ea typeface="Tahoma"/>
                <a:cs typeface="Tahoma"/>
                <a:sym typeface="Tahoma"/>
              </a:rPr>
              <a:t>14</a:t>
            </a:fld>
            <a:endParaRPr/>
          </a:p>
        </p:txBody>
      </p:sp>
      <p:pic>
        <p:nvPicPr>
          <p:cNvPr id="317" name="Google Shape;317;p14"/>
          <p:cNvPicPr preferRelativeResize="0"/>
          <p:nvPr/>
        </p:nvPicPr>
        <p:blipFill rotWithShape="1">
          <a:blip r:embed="rId3">
            <a:alphaModFix/>
          </a:blip>
          <a:srcRect/>
          <a:stretch/>
        </p:blipFill>
        <p:spPr>
          <a:xfrm>
            <a:off x="65087" y="44450"/>
            <a:ext cx="1254125" cy="488950"/>
          </a:xfrm>
          <a:prstGeom prst="rect">
            <a:avLst/>
          </a:prstGeom>
          <a:noFill/>
          <a:ln>
            <a:noFill/>
          </a:ln>
        </p:spPr>
      </p:pic>
      <p:sp>
        <p:nvSpPr>
          <p:cNvPr id="318" name="Google Shape;318;p14"/>
          <p:cNvSpPr txBox="1"/>
          <p:nvPr/>
        </p:nvSpPr>
        <p:spPr>
          <a:xfrm>
            <a:off x="3581400" y="6248400"/>
            <a:ext cx="2895600" cy="45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1"/>
              </a:buClr>
              <a:buSzPts val="1400"/>
              <a:buFont typeface="Tahoma"/>
              <a:buNone/>
            </a:pPr>
            <a:r>
              <a:rPr lang="en-US" sz="1400" b="0" i="0" u="none">
                <a:solidFill>
                  <a:schemeClr val="dk1"/>
                </a:solidFill>
                <a:latin typeface="Tahoma"/>
                <a:ea typeface="Tahoma"/>
                <a:cs typeface="Tahoma"/>
                <a:sym typeface="Tahoma"/>
              </a:rPr>
              <a:t>The concepts of transfer learning</a:t>
            </a:r>
            <a:endParaRPr/>
          </a:p>
        </p:txBody>
      </p:sp>
    </p:spTree>
  </p:cSld>
  <p:clrMapOvr>
    <a:masterClrMapping/>
  </p:clrMapOvr>
</p:sld>
</file>

<file path=ppt/theme/theme1.xml><?xml version="1.0" encoding="utf-8"?>
<a:theme xmlns:a="http://schemas.openxmlformats.org/drawingml/2006/main"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827</Words>
  <Application>Microsoft Macintosh PowerPoint</Application>
  <PresentationFormat>On-screen Show (4:3)</PresentationFormat>
  <Paragraphs>92</Paragraphs>
  <Slides>14</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Tahoma</vt:lpstr>
      <vt:lpstr>Noto Sans Symbols</vt:lpstr>
      <vt:lpstr>1_Blueprint</vt:lpstr>
      <vt:lpstr>Blueprint</vt:lpstr>
      <vt:lpstr>The concepts of transfer learning</vt:lpstr>
      <vt:lpstr>Objectives</vt:lpstr>
      <vt:lpstr>What is Transfer Learning?</vt:lpstr>
      <vt:lpstr>What is Transfer Learning?</vt:lpstr>
      <vt:lpstr>Why do we need Transfer Learning?</vt:lpstr>
      <vt:lpstr>How to use Transfer Learning?</vt:lpstr>
      <vt:lpstr>How to use Transfer Learning?</vt:lpstr>
      <vt:lpstr>How to use Transfer Learning?</vt:lpstr>
      <vt:lpstr>How to use Transfer Learning?</vt:lpstr>
      <vt:lpstr>How does Transfer Learning work?</vt:lpstr>
      <vt:lpstr>How does Transfer Learning work?</vt:lpstr>
      <vt:lpstr>Evaluation Transfer Learning</vt:lpstr>
      <vt:lpstr>Summary</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Hoa Doan</dc:creator>
  <cp:lastModifiedBy>. Daziel.vad</cp:lastModifiedBy>
  <cp:revision>1</cp:revision>
  <dcterms:created xsi:type="dcterms:W3CDTF">2023-11-30T14:02:20Z</dcterms:created>
  <dcterms:modified xsi:type="dcterms:W3CDTF">2026-01-16T02:25:17Z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0</vt:i4>
  </property>
  <property fmtid="{D5CDD505-2E9C-101B-9397-08002B2CF9AE}" pid="3" name="GraphicType">
    <vt:i4>0</vt:i4>
  </property>
  <property fmtid="{D5CDD505-2E9C-101B-9397-08002B2CF9AE}" pid="4" name="Compression">
    <vt:i4>0</vt:i4>
  </property>
  <property fmtid="{D5CDD505-2E9C-101B-9397-08002B2CF9AE}" pid="5" name="ScreenSize">
    <vt:i4>0</vt:i4>
  </property>
  <property fmtid="{D5CDD505-2E9C-101B-9397-08002B2CF9AE}" pid="6" name="ScreenUsage">
    <vt:i4>0</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0</vt:i4>
  </property>
  <property fmtid="{D5CDD505-2E9C-101B-9397-08002B2CF9AE}" pid="14" name="TextColor">
    <vt:i4>0</vt:i4>
  </property>
  <property fmtid="{D5CDD505-2E9C-101B-9397-08002B2CF9AE}" pid="15" name="LinkColor">
    <vt:i4>0</vt:i4>
  </property>
  <property fmtid="{D5CDD505-2E9C-101B-9397-08002B2CF9AE}" pid="16" name="VisitedColor">
    <vt:i4>0</vt:i4>
  </property>
  <property fmtid="{D5CDD505-2E9C-101B-9397-08002B2CF9AE}" pid="17" name="TransparentButton">
    <vt:i4>0</vt:i4>
  </property>
  <property fmtid="{D5CDD505-2E9C-101B-9397-08002B2CF9AE}" pid="18" name="ButtonType">
    <vt:i4>0</vt:i4>
  </property>
  <property fmtid="{D5CDD505-2E9C-101B-9397-08002B2CF9AE}" pid="19" name="ShowNotes">
    <vt:bool>false</vt:bool>
  </property>
  <property fmtid="{D5CDD505-2E9C-101B-9397-08002B2CF9AE}" pid="20" name="NavBtnPos">
    <vt:i4>0</vt:i4>
  </property>
  <property fmtid="{D5CDD505-2E9C-101B-9397-08002B2CF9AE}" pid="21" name="OutputDir">
    <vt:lpwstr>C:\Work\html</vt:lpwstr>
  </property>
</Properties>
</file>