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6858000" type="screen4x3"/>
  <p:notesSz cx="7302500" cy="9588500"/>
  <p:embeddedFontLst>
    <p:embeddedFont>
      <p:font typeface="Tahoma" panose="020B0604030504040204" pitchFamily="3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hsSwr0Rn44+Fg79SyXE1cdzAsQ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676"/>
  </p:normalViewPr>
  <p:slideViewPr>
    <p:cSldViewPr snapToGrid="0">
      <p:cViewPr>
        <p:scale>
          <a:sx n="92" d="100"/>
          <a:sy n="92" d="100"/>
        </p:scale>
        <p:origin x="2048" y="14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font" Target="fonts/font2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2" y="0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1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2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p3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3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p4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4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5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5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p6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6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p7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7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8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8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9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9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p10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0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p11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1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p12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2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p13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3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6328b6b7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800" cy="3594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g26328b6b7c0_0_0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00" cy="43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g26328b6b7c0_0_0:notes"/>
          <p:cNvSpPr txBox="1"/>
          <p:nvPr/>
        </p:nvSpPr>
        <p:spPr>
          <a:xfrm>
            <a:off x="4138612" y="9109075"/>
            <a:ext cx="31638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4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5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 descr="Rectangle: Click to edit Master text styles&#10;Second level&#10;Third level&#10;Fourth level&#10;Fifth level"/>
          <p:cNvSpPr txBox="1">
            <a:spLocks noGrp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9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9"/>
          <p:cNvSpPr>
            <a:spLocks noGrp="1"/>
          </p:cNvSpPr>
          <p:nvPr>
            <p:ph type="chart" idx="2"/>
          </p:nvPr>
        </p:nvSpPr>
        <p:spPr>
          <a:xfrm>
            <a:off x="48006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7" name="Google Shape;157;p19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9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9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0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63" name="Google Shape;163;p20"/>
          <p:cNvSpPr txBox="1">
            <a:spLocks noGrp="1"/>
          </p:cNvSpPr>
          <p:nvPr>
            <p:ph type="body" idx="2"/>
          </p:nvPr>
        </p:nvSpPr>
        <p:spPr>
          <a:xfrm>
            <a:off x="48006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20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0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0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1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body" idx="2"/>
          </p:nvPr>
        </p:nvSpPr>
        <p:spPr>
          <a:xfrm>
            <a:off x="48006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3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81" name="Google Shape;181;p23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3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3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6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1" name="Google Shape;11;p16"/>
            <p:cNvGrpSpPr/>
            <p:nvPr/>
          </p:nvGrpSpPr>
          <p:grpSpPr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2" name="Google Shape;12;p16"/>
              <p:cNvSpPr txBox="1"/>
              <p:nvPr/>
            </p:nvSpPr>
            <p:spPr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13" name="Google Shape;13;p16"/>
              <p:cNvGrpSpPr/>
              <p:nvPr/>
            </p:nvGrpSpPr>
            <p:grpSpPr>
              <a:xfrm>
                <a:off x="0" y="0"/>
                <a:ext cx="5760" cy="4320"/>
                <a:chOff x="0" y="0"/>
                <a:chExt cx="5760" cy="4320"/>
              </a:xfrm>
            </p:grpSpPr>
            <p:cxnSp>
              <p:nvCxnSpPr>
                <p:cNvPr id="14" name="Google Shape;14;p16"/>
                <p:cNvCxnSpPr/>
                <p:nvPr/>
              </p:nvCxnSpPr>
              <p:spPr>
                <a:xfrm>
                  <a:off x="0" y="19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" name="Google Shape;15;p16"/>
                <p:cNvCxnSpPr/>
                <p:nvPr/>
              </p:nvCxnSpPr>
              <p:spPr>
                <a:xfrm>
                  <a:off x="0" y="38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" name="Google Shape;16;p16"/>
                <p:cNvCxnSpPr/>
                <p:nvPr/>
              </p:nvCxnSpPr>
              <p:spPr>
                <a:xfrm>
                  <a:off x="0" y="57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" name="Google Shape;17;p16"/>
                <p:cNvCxnSpPr/>
                <p:nvPr/>
              </p:nvCxnSpPr>
              <p:spPr>
                <a:xfrm>
                  <a:off x="0" y="76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" name="Google Shape;18;p16"/>
                <p:cNvCxnSpPr/>
                <p:nvPr/>
              </p:nvCxnSpPr>
              <p:spPr>
                <a:xfrm>
                  <a:off x="0" y="96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9" name="Google Shape;19;p16"/>
                <p:cNvCxnSpPr/>
                <p:nvPr/>
              </p:nvCxnSpPr>
              <p:spPr>
                <a:xfrm>
                  <a:off x="0" y="115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0" name="Google Shape;20;p16"/>
                <p:cNvCxnSpPr/>
                <p:nvPr/>
              </p:nvCxnSpPr>
              <p:spPr>
                <a:xfrm>
                  <a:off x="0" y="134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1" name="Google Shape;21;p16"/>
                <p:cNvCxnSpPr/>
                <p:nvPr/>
              </p:nvCxnSpPr>
              <p:spPr>
                <a:xfrm>
                  <a:off x="0" y="153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2" name="Google Shape;22;p16"/>
                <p:cNvCxnSpPr/>
                <p:nvPr/>
              </p:nvCxnSpPr>
              <p:spPr>
                <a:xfrm>
                  <a:off x="0" y="172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3" name="Google Shape;23;p16"/>
                <p:cNvCxnSpPr/>
                <p:nvPr/>
              </p:nvCxnSpPr>
              <p:spPr>
                <a:xfrm>
                  <a:off x="0" y="192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4" name="Google Shape;24;p16"/>
                <p:cNvCxnSpPr/>
                <p:nvPr/>
              </p:nvCxnSpPr>
              <p:spPr>
                <a:xfrm>
                  <a:off x="0" y="211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5" name="Google Shape;25;p16"/>
                <p:cNvCxnSpPr/>
                <p:nvPr/>
              </p:nvCxnSpPr>
              <p:spPr>
                <a:xfrm>
                  <a:off x="0" y="230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6" name="Google Shape;26;p16"/>
                <p:cNvCxnSpPr/>
                <p:nvPr/>
              </p:nvCxnSpPr>
              <p:spPr>
                <a:xfrm>
                  <a:off x="0" y="249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7" name="Google Shape;27;p16"/>
                <p:cNvCxnSpPr/>
                <p:nvPr/>
              </p:nvCxnSpPr>
              <p:spPr>
                <a:xfrm>
                  <a:off x="0" y="268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8" name="Google Shape;28;p16"/>
                <p:cNvCxnSpPr/>
                <p:nvPr/>
              </p:nvCxnSpPr>
              <p:spPr>
                <a:xfrm>
                  <a:off x="0" y="288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9" name="Google Shape;29;p16"/>
                <p:cNvCxnSpPr/>
                <p:nvPr/>
              </p:nvCxnSpPr>
              <p:spPr>
                <a:xfrm>
                  <a:off x="0" y="307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0" name="Google Shape;30;p16"/>
                <p:cNvCxnSpPr/>
                <p:nvPr/>
              </p:nvCxnSpPr>
              <p:spPr>
                <a:xfrm>
                  <a:off x="0" y="326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1" name="Google Shape;31;p16"/>
                <p:cNvCxnSpPr/>
                <p:nvPr/>
              </p:nvCxnSpPr>
              <p:spPr>
                <a:xfrm>
                  <a:off x="0" y="345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2" name="Google Shape;32;p16"/>
                <p:cNvCxnSpPr/>
                <p:nvPr/>
              </p:nvCxnSpPr>
              <p:spPr>
                <a:xfrm>
                  <a:off x="0" y="364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3" name="Google Shape;33;p16"/>
                <p:cNvCxnSpPr/>
                <p:nvPr/>
              </p:nvCxnSpPr>
              <p:spPr>
                <a:xfrm>
                  <a:off x="0" y="384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4" name="Google Shape;34;p16"/>
                <p:cNvCxnSpPr/>
                <p:nvPr/>
              </p:nvCxnSpPr>
              <p:spPr>
                <a:xfrm>
                  <a:off x="0" y="403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5" name="Google Shape;35;p16"/>
                <p:cNvCxnSpPr/>
                <p:nvPr/>
              </p:nvCxnSpPr>
              <p:spPr>
                <a:xfrm>
                  <a:off x="0" y="422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6" name="Google Shape;36;p16"/>
                <p:cNvCxnSpPr/>
                <p:nvPr/>
              </p:nvCxnSpPr>
              <p:spPr>
                <a:xfrm>
                  <a:off x="19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7" name="Google Shape;37;p16"/>
                <p:cNvCxnSpPr/>
                <p:nvPr/>
              </p:nvCxnSpPr>
              <p:spPr>
                <a:xfrm>
                  <a:off x="38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8" name="Google Shape;38;p16"/>
                <p:cNvCxnSpPr/>
                <p:nvPr/>
              </p:nvCxnSpPr>
              <p:spPr>
                <a:xfrm>
                  <a:off x="57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9" name="Google Shape;39;p16"/>
                <p:cNvCxnSpPr/>
                <p:nvPr/>
              </p:nvCxnSpPr>
              <p:spPr>
                <a:xfrm>
                  <a:off x="76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0" name="Google Shape;40;p16"/>
                <p:cNvCxnSpPr/>
                <p:nvPr/>
              </p:nvCxnSpPr>
              <p:spPr>
                <a:xfrm>
                  <a:off x="96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1" name="Google Shape;41;p16"/>
                <p:cNvCxnSpPr/>
                <p:nvPr/>
              </p:nvCxnSpPr>
              <p:spPr>
                <a:xfrm>
                  <a:off x="115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2" name="Google Shape;42;p16"/>
                <p:cNvCxnSpPr/>
                <p:nvPr/>
              </p:nvCxnSpPr>
              <p:spPr>
                <a:xfrm>
                  <a:off x="134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3" name="Google Shape;43;p16"/>
                <p:cNvCxnSpPr/>
                <p:nvPr/>
              </p:nvCxnSpPr>
              <p:spPr>
                <a:xfrm>
                  <a:off x="153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4" name="Google Shape;44;p16"/>
                <p:cNvCxnSpPr/>
                <p:nvPr/>
              </p:nvCxnSpPr>
              <p:spPr>
                <a:xfrm>
                  <a:off x="172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5" name="Google Shape;45;p16"/>
                <p:cNvCxnSpPr/>
                <p:nvPr/>
              </p:nvCxnSpPr>
              <p:spPr>
                <a:xfrm>
                  <a:off x="192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6" name="Google Shape;46;p16"/>
                <p:cNvCxnSpPr/>
                <p:nvPr/>
              </p:nvCxnSpPr>
              <p:spPr>
                <a:xfrm>
                  <a:off x="211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7" name="Google Shape;47;p16"/>
                <p:cNvCxnSpPr/>
                <p:nvPr/>
              </p:nvCxnSpPr>
              <p:spPr>
                <a:xfrm>
                  <a:off x="230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8" name="Google Shape;48;p16"/>
                <p:cNvCxnSpPr/>
                <p:nvPr/>
              </p:nvCxnSpPr>
              <p:spPr>
                <a:xfrm>
                  <a:off x="249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9" name="Google Shape;49;p16"/>
                <p:cNvCxnSpPr/>
                <p:nvPr/>
              </p:nvCxnSpPr>
              <p:spPr>
                <a:xfrm>
                  <a:off x="268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0" name="Google Shape;50;p16"/>
                <p:cNvCxnSpPr/>
                <p:nvPr/>
              </p:nvCxnSpPr>
              <p:spPr>
                <a:xfrm>
                  <a:off x="288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1" name="Google Shape;51;p16"/>
                <p:cNvCxnSpPr/>
                <p:nvPr/>
              </p:nvCxnSpPr>
              <p:spPr>
                <a:xfrm>
                  <a:off x="307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2" name="Google Shape;52;p16"/>
                <p:cNvCxnSpPr/>
                <p:nvPr/>
              </p:nvCxnSpPr>
              <p:spPr>
                <a:xfrm>
                  <a:off x="326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3" name="Google Shape;53;p16"/>
                <p:cNvCxnSpPr/>
                <p:nvPr/>
              </p:nvCxnSpPr>
              <p:spPr>
                <a:xfrm>
                  <a:off x="345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4" name="Google Shape;54;p16"/>
                <p:cNvCxnSpPr/>
                <p:nvPr/>
              </p:nvCxnSpPr>
              <p:spPr>
                <a:xfrm>
                  <a:off x="364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5" name="Google Shape;55;p16"/>
                <p:cNvCxnSpPr/>
                <p:nvPr/>
              </p:nvCxnSpPr>
              <p:spPr>
                <a:xfrm>
                  <a:off x="384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6" name="Google Shape;56;p16"/>
                <p:cNvCxnSpPr/>
                <p:nvPr/>
              </p:nvCxnSpPr>
              <p:spPr>
                <a:xfrm>
                  <a:off x="403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7" name="Google Shape;57;p16"/>
                <p:cNvCxnSpPr/>
                <p:nvPr/>
              </p:nvCxnSpPr>
              <p:spPr>
                <a:xfrm>
                  <a:off x="422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8" name="Google Shape;58;p16"/>
                <p:cNvCxnSpPr/>
                <p:nvPr/>
              </p:nvCxnSpPr>
              <p:spPr>
                <a:xfrm>
                  <a:off x="441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9" name="Google Shape;59;p16"/>
                <p:cNvCxnSpPr/>
                <p:nvPr/>
              </p:nvCxnSpPr>
              <p:spPr>
                <a:xfrm>
                  <a:off x="460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0" name="Google Shape;60;p16"/>
                <p:cNvCxnSpPr/>
                <p:nvPr/>
              </p:nvCxnSpPr>
              <p:spPr>
                <a:xfrm>
                  <a:off x="480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1" name="Google Shape;61;p16"/>
                <p:cNvCxnSpPr/>
                <p:nvPr/>
              </p:nvCxnSpPr>
              <p:spPr>
                <a:xfrm>
                  <a:off x="499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2" name="Google Shape;62;p16"/>
                <p:cNvCxnSpPr/>
                <p:nvPr/>
              </p:nvCxnSpPr>
              <p:spPr>
                <a:xfrm>
                  <a:off x="518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3" name="Google Shape;63;p16"/>
                <p:cNvCxnSpPr/>
                <p:nvPr/>
              </p:nvCxnSpPr>
              <p:spPr>
                <a:xfrm>
                  <a:off x="537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4" name="Google Shape;64;p16"/>
                <p:cNvCxnSpPr/>
                <p:nvPr/>
              </p:nvCxnSpPr>
              <p:spPr>
                <a:xfrm>
                  <a:off x="556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65" name="Google Shape;65;p16"/>
              <p:cNvCxnSpPr/>
              <p:nvPr/>
            </p:nvCxnSpPr>
            <p:spPr>
              <a:xfrm>
                <a:off x="5568" y="0"/>
                <a:ext cx="0" cy="148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66" name="Google Shape;66;p16"/>
            <p:cNvGrpSpPr/>
            <p:nvPr/>
          </p:nvGrpSpPr>
          <p:grpSpPr>
            <a:xfrm>
              <a:off x="3" y="559"/>
              <a:ext cx="4192" cy="1796"/>
              <a:chOff x="3" y="559"/>
              <a:chExt cx="4192" cy="1796"/>
            </a:xfrm>
          </p:grpSpPr>
          <p:cxnSp>
            <p:nvCxnSpPr>
              <p:cNvPr id="67" name="Google Shape;67;p16"/>
              <p:cNvCxnSpPr/>
              <p:nvPr/>
            </p:nvCxnSpPr>
            <p:spPr>
              <a:xfrm>
                <a:off x="506" y="559"/>
                <a:ext cx="0" cy="179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8" name="Google Shape;68;p16"/>
              <p:cNvCxnSpPr/>
              <p:nvPr/>
            </p:nvCxnSpPr>
            <p:spPr>
              <a:xfrm rot="10800000">
                <a:off x="3" y="1924"/>
                <a:ext cx="3211" cy="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9" name="Google Shape;69;p16"/>
              <p:cNvCxnSpPr/>
              <p:nvPr/>
            </p:nvCxnSpPr>
            <p:spPr>
              <a:xfrm rot="10800000">
                <a:off x="384" y="938"/>
                <a:ext cx="3811" cy="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70" name="Google Shape;70;p16"/>
              <p:cNvSpPr/>
              <p:nvPr/>
            </p:nvSpPr>
            <p:spPr>
              <a:xfrm rot="-5400000" flipH="1">
                <a:off x="425" y="860"/>
                <a:ext cx="156" cy="157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71" name="Google Shape;71;p16"/>
            <p:cNvGrpSpPr/>
            <p:nvPr/>
          </p:nvGrpSpPr>
          <p:grpSpPr>
            <a:xfrm>
              <a:off x="1480" y="1952"/>
              <a:ext cx="3808" cy="1812"/>
              <a:chOff x="1480" y="1952"/>
              <a:chExt cx="3808" cy="1812"/>
            </a:xfrm>
          </p:grpSpPr>
          <p:cxnSp>
            <p:nvCxnSpPr>
              <p:cNvPr id="72" name="Google Shape;72;p16"/>
              <p:cNvCxnSpPr/>
              <p:nvPr/>
            </p:nvCxnSpPr>
            <p:spPr>
              <a:xfrm>
                <a:off x="1480" y="3442"/>
                <a:ext cx="3808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16"/>
              <p:cNvCxnSpPr/>
              <p:nvPr/>
            </p:nvCxnSpPr>
            <p:spPr>
              <a:xfrm>
                <a:off x="5172" y="1952"/>
                <a:ext cx="0" cy="181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74" name="Google Shape;74;p16"/>
              <p:cNvSpPr/>
              <p:nvPr/>
            </p:nvSpPr>
            <p:spPr>
              <a:xfrm rot="5400000">
                <a:off x="5096" y="3347"/>
                <a:ext cx="156" cy="157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76" name="Google Shape;76;p1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8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88" name="Google Shape;88;p18"/>
            <p:cNvGrpSpPr/>
            <p:nvPr/>
          </p:nvGrpSpPr>
          <p:grpSpPr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89" name="Google Shape;89;p18"/>
              <p:cNvGrpSpPr/>
              <p:nvPr/>
            </p:nvGrpSpPr>
            <p:grpSpPr>
              <a:xfrm>
                <a:off x="0" y="192"/>
                <a:ext cx="5760" cy="4032"/>
                <a:chOff x="0" y="192"/>
                <a:chExt cx="5760" cy="4032"/>
              </a:xfrm>
            </p:grpSpPr>
            <p:cxnSp>
              <p:nvCxnSpPr>
                <p:cNvPr id="90" name="Google Shape;90;p18"/>
                <p:cNvCxnSpPr/>
                <p:nvPr/>
              </p:nvCxnSpPr>
              <p:spPr>
                <a:xfrm>
                  <a:off x="0" y="19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1" name="Google Shape;91;p18"/>
                <p:cNvCxnSpPr/>
                <p:nvPr/>
              </p:nvCxnSpPr>
              <p:spPr>
                <a:xfrm>
                  <a:off x="0" y="38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2" name="Google Shape;92;p18"/>
                <p:cNvCxnSpPr/>
                <p:nvPr/>
              </p:nvCxnSpPr>
              <p:spPr>
                <a:xfrm>
                  <a:off x="0" y="57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3" name="Google Shape;93;p18"/>
                <p:cNvCxnSpPr/>
                <p:nvPr/>
              </p:nvCxnSpPr>
              <p:spPr>
                <a:xfrm>
                  <a:off x="0" y="76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4" name="Google Shape;94;p18"/>
                <p:cNvCxnSpPr/>
                <p:nvPr/>
              </p:nvCxnSpPr>
              <p:spPr>
                <a:xfrm>
                  <a:off x="0" y="96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5" name="Google Shape;95;p18"/>
                <p:cNvCxnSpPr/>
                <p:nvPr/>
              </p:nvCxnSpPr>
              <p:spPr>
                <a:xfrm>
                  <a:off x="0" y="115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6" name="Google Shape;96;p18"/>
                <p:cNvCxnSpPr/>
                <p:nvPr/>
              </p:nvCxnSpPr>
              <p:spPr>
                <a:xfrm>
                  <a:off x="0" y="134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7" name="Google Shape;97;p18"/>
                <p:cNvCxnSpPr/>
                <p:nvPr/>
              </p:nvCxnSpPr>
              <p:spPr>
                <a:xfrm>
                  <a:off x="0" y="153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8" name="Google Shape;98;p18"/>
                <p:cNvCxnSpPr/>
                <p:nvPr/>
              </p:nvCxnSpPr>
              <p:spPr>
                <a:xfrm>
                  <a:off x="0" y="172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9" name="Google Shape;99;p18"/>
                <p:cNvCxnSpPr/>
                <p:nvPr/>
              </p:nvCxnSpPr>
              <p:spPr>
                <a:xfrm>
                  <a:off x="0" y="192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0" name="Google Shape;100;p18"/>
                <p:cNvCxnSpPr/>
                <p:nvPr/>
              </p:nvCxnSpPr>
              <p:spPr>
                <a:xfrm>
                  <a:off x="0" y="211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1" name="Google Shape;101;p18"/>
                <p:cNvCxnSpPr/>
                <p:nvPr/>
              </p:nvCxnSpPr>
              <p:spPr>
                <a:xfrm>
                  <a:off x="0" y="230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2" name="Google Shape;102;p18"/>
                <p:cNvCxnSpPr/>
                <p:nvPr/>
              </p:nvCxnSpPr>
              <p:spPr>
                <a:xfrm>
                  <a:off x="0" y="249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3" name="Google Shape;103;p18"/>
                <p:cNvCxnSpPr/>
                <p:nvPr/>
              </p:nvCxnSpPr>
              <p:spPr>
                <a:xfrm>
                  <a:off x="0" y="268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4" name="Google Shape;104;p18"/>
                <p:cNvCxnSpPr/>
                <p:nvPr/>
              </p:nvCxnSpPr>
              <p:spPr>
                <a:xfrm>
                  <a:off x="0" y="288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5" name="Google Shape;105;p18"/>
                <p:cNvCxnSpPr/>
                <p:nvPr/>
              </p:nvCxnSpPr>
              <p:spPr>
                <a:xfrm>
                  <a:off x="0" y="307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6" name="Google Shape;106;p18"/>
                <p:cNvCxnSpPr/>
                <p:nvPr/>
              </p:nvCxnSpPr>
              <p:spPr>
                <a:xfrm>
                  <a:off x="0" y="326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7" name="Google Shape;107;p18"/>
                <p:cNvCxnSpPr/>
                <p:nvPr/>
              </p:nvCxnSpPr>
              <p:spPr>
                <a:xfrm>
                  <a:off x="0" y="345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8" name="Google Shape;108;p18"/>
                <p:cNvCxnSpPr/>
                <p:nvPr/>
              </p:nvCxnSpPr>
              <p:spPr>
                <a:xfrm>
                  <a:off x="0" y="364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9" name="Google Shape;109;p18"/>
                <p:cNvCxnSpPr/>
                <p:nvPr/>
              </p:nvCxnSpPr>
              <p:spPr>
                <a:xfrm>
                  <a:off x="0" y="384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0" name="Google Shape;110;p18"/>
                <p:cNvCxnSpPr/>
                <p:nvPr/>
              </p:nvCxnSpPr>
              <p:spPr>
                <a:xfrm>
                  <a:off x="0" y="403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1" name="Google Shape;111;p18"/>
                <p:cNvCxnSpPr/>
                <p:nvPr/>
              </p:nvCxnSpPr>
              <p:spPr>
                <a:xfrm>
                  <a:off x="0" y="422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12" name="Google Shape;112;p18"/>
              <p:cNvGrpSpPr/>
              <p:nvPr/>
            </p:nvGrpSpPr>
            <p:grpSpPr>
              <a:xfrm>
                <a:off x="192" y="0"/>
                <a:ext cx="5376" cy="4320"/>
                <a:chOff x="192" y="0"/>
                <a:chExt cx="5376" cy="4320"/>
              </a:xfrm>
            </p:grpSpPr>
            <p:cxnSp>
              <p:nvCxnSpPr>
                <p:cNvPr id="113" name="Google Shape;113;p18"/>
                <p:cNvCxnSpPr/>
                <p:nvPr/>
              </p:nvCxnSpPr>
              <p:spPr>
                <a:xfrm>
                  <a:off x="19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4" name="Google Shape;114;p18"/>
                <p:cNvCxnSpPr/>
                <p:nvPr/>
              </p:nvCxnSpPr>
              <p:spPr>
                <a:xfrm>
                  <a:off x="38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5" name="Google Shape;115;p18"/>
                <p:cNvCxnSpPr/>
                <p:nvPr/>
              </p:nvCxnSpPr>
              <p:spPr>
                <a:xfrm>
                  <a:off x="57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6" name="Google Shape;116;p18"/>
                <p:cNvCxnSpPr/>
                <p:nvPr/>
              </p:nvCxnSpPr>
              <p:spPr>
                <a:xfrm>
                  <a:off x="76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7" name="Google Shape;117;p18"/>
                <p:cNvCxnSpPr/>
                <p:nvPr/>
              </p:nvCxnSpPr>
              <p:spPr>
                <a:xfrm>
                  <a:off x="96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8" name="Google Shape;118;p18"/>
                <p:cNvCxnSpPr/>
                <p:nvPr/>
              </p:nvCxnSpPr>
              <p:spPr>
                <a:xfrm>
                  <a:off x="115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9" name="Google Shape;119;p18"/>
                <p:cNvCxnSpPr/>
                <p:nvPr/>
              </p:nvCxnSpPr>
              <p:spPr>
                <a:xfrm>
                  <a:off x="134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0" name="Google Shape;120;p18"/>
                <p:cNvCxnSpPr/>
                <p:nvPr/>
              </p:nvCxnSpPr>
              <p:spPr>
                <a:xfrm>
                  <a:off x="153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1" name="Google Shape;121;p18"/>
                <p:cNvCxnSpPr/>
                <p:nvPr/>
              </p:nvCxnSpPr>
              <p:spPr>
                <a:xfrm>
                  <a:off x="172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2" name="Google Shape;122;p18"/>
                <p:cNvCxnSpPr/>
                <p:nvPr/>
              </p:nvCxnSpPr>
              <p:spPr>
                <a:xfrm>
                  <a:off x="192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3" name="Google Shape;123;p18"/>
                <p:cNvCxnSpPr/>
                <p:nvPr/>
              </p:nvCxnSpPr>
              <p:spPr>
                <a:xfrm>
                  <a:off x="211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4" name="Google Shape;124;p18"/>
                <p:cNvCxnSpPr/>
                <p:nvPr/>
              </p:nvCxnSpPr>
              <p:spPr>
                <a:xfrm>
                  <a:off x="230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5" name="Google Shape;125;p18"/>
                <p:cNvCxnSpPr/>
                <p:nvPr/>
              </p:nvCxnSpPr>
              <p:spPr>
                <a:xfrm>
                  <a:off x="249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6" name="Google Shape;126;p18"/>
                <p:cNvCxnSpPr/>
                <p:nvPr/>
              </p:nvCxnSpPr>
              <p:spPr>
                <a:xfrm>
                  <a:off x="268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7" name="Google Shape;127;p18"/>
                <p:cNvCxnSpPr/>
                <p:nvPr/>
              </p:nvCxnSpPr>
              <p:spPr>
                <a:xfrm>
                  <a:off x="288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8" name="Google Shape;128;p18"/>
                <p:cNvCxnSpPr/>
                <p:nvPr/>
              </p:nvCxnSpPr>
              <p:spPr>
                <a:xfrm>
                  <a:off x="307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9" name="Google Shape;129;p18"/>
                <p:cNvCxnSpPr/>
                <p:nvPr/>
              </p:nvCxnSpPr>
              <p:spPr>
                <a:xfrm>
                  <a:off x="326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0" name="Google Shape;130;p18"/>
                <p:cNvCxnSpPr/>
                <p:nvPr/>
              </p:nvCxnSpPr>
              <p:spPr>
                <a:xfrm>
                  <a:off x="345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1" name="Google Shape;131;p18"/>
                <p:cNvCxnSpPr/>
                <p:nvPr/>
              </p:nvCxnSpPr>
              <p:spPr>
                <a:xfrm>
                  <a:off x="364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2" name="Google Shape;132;p18"/>
                <p:cNvCxnSpPr/>
                <p:nvPr/>
              </p:nvCxnSpPr>
              <p:spPr>
                <a:xfrm>
                  <a:off x="384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3" name="Google Shape;133;p18"/>
                <p:cNvCxnSpPr/>
                <p:nvPr/>
              </p:nvCxnSpPr>
              <p:spPr>
                <a:xfrm>
                  <a:off x="403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4" name="Google Shape;134;p18"/>
                <p:cNvCxnSpPr/>
                <p:nvPr/>
              </p:nvCxnSpPr>
              <p:spPr>
                <a:xfrm>
                  <a:off x="422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5" name="Google Shape;135;p18"/>
                <p:cNvCxnSpPr/>
                <p:nvPr/>
              </p:nvCxnSpPr>
              <p:spPr>
                <a:xfrm>
                  <a:off x="441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6" name="Google Shape;136;p18"/>
                <p:cNvCxnSpPr/>
                <p:nvPr/>
              </p:nvCxnSpPr>
              <p:spPr>
                <a:xfrm>
                  <a:off x="460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7" name="Google Shape;137;p18"/>
                <p:cNvCxnSpPr/>
                <p:nvPr/>
              </p:nvCxnSpPr>
              <p:spPr>
                <a:xfrm>
                  <a:off x="480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8" name="Google Shape;138;p18"/>
                <p:cNvCxnSpPr/>
                <p:nvPr/>
              </p:nvCxnSpPr>
              <p:spPr>
                <a:xfrm>
                  <a:off x="499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9" name="Google Shape;139;p18"/>
                <p:cNvCxnSpPr/>
                <p:nvPr/>
              </p:nvCxnSpPr>
              <p:spPr>
                <a:xfrm>
                  <a:off x="518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0" name="Google Shape;140;p18"/>
                <p:cNvCxnSpPr/>
                <p:nvPr/>
              </p:nvCxnSpPr>
              <p:spPr>
                <a:xfrm>
                  <a:off x="537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1" name="Google Shape;141;p18"/>
                <p:cNvCxnSpPr/>
                <p:nvPr/>
              </p:nvCxnSpPr>
              <p:spPr>
                <a:xfrm>
                  <a:off x="556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</p:grpSp>
        <p:sp>
          <p:nvSpPr>
            <p:cNvPr id="142" name="Google Shape;142;p18" descr="60%"/>
            <p:cNvSpPr txBox="1"/>
            <p:nvPr/>
          </p:nvSpPr>
          <p:spPr>
            <a:xfrm>
              <a:off x="2112" y="0"/>
              <a:ext cx="3648" cy="9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43" name="Google Shape;143;p18"/>
            <p:cNvCxnSpPr/>
            <p:nvPr/>
          </p:nvCxnSpPr>
          <p:spPr>
            <a:xfrm>
              <a:off x="5568" y="0"/>
              <a:ext cx="0" cy="1488"/>
            </a:xfrm>
            <a:prstGeom prst="straightConnector1">
              <a:avLst/>
            </a:prstGeom>
            <a:noFill/>
            <a:ln w="9525" cap="flat" cmpd="sng">
              <a:solidFill>
                <a:schemeClr val="hlink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grpSp>
          <p:nvGrpSpPr>
            <p:cNvPr id="144" name="Google Shape;144;p18"/>
            <p:cNvGrpSpPr/>
            <p:nvPr/>
          </p:nvGrpSpPr>
          <p:grpSpPr>
            <a:xfrm>
              <a:off x="261" y="892"/>
              <a:ext cx="1124" cy="1464"/>
              <a:chOff x="96" y="916"/>
              <a:chExt cx="2208" cy="2876"/>
            </a:xfrm>
          </p:grpSpPr>
          <p:cxnSp>
            <p:nvCxnSpPr>
              <p:cNvPr id="145" name="Google Shape;145;p18"/>
              <p:cNvCxnSpPr/>
              <p:nvPr/>
            </p:nvCxnSpPr>
            <p:spPr>
              <a:xfrm rot="10800000">
                <a:off x="96" y="1038"/>
                <a:ext cx="2208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46" name="Google Shape;146;p18"/>
              <p:cNvCxnSpPr/>
              <p:nvPr/>
            </p:nvCxnSpPr>
            <p:spPr>
              <a:xfrm>
                <a:off x="336" y="920"/>
                <a:ext cx="0" cy="287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47" name="Google Shape;147;p18"/>
              <p:cNvSpPr/>
              <p:nvPr/>
            </p:nvSpPr>
            <p:spPr>
              <a:xfrm flipH="1">
                <a:off x="218" y="916"/>
                <a:ext cx="238" cy="240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48" name="Google Shape;148;p18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9" name="Google Shape;149;p18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0" name="Google Shape;150;p18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1" name="Google Shape;151;p18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2" name="Google Shape;152;p18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"/>
          <p:cNvSpPr txBox="1">
            <a:spLocks noGrp="1"/>
          </p:cNvSpPr>
          <p:nvPr>
            <p:ph type="ctrTitle"/>
          </p:nvPr>
        </p:nvSpPr>
        <p:spPr>
          <a:xfrm>
            <a:off x="1219200" y="1752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Working with TensorFlow </a:t>
            </a:r>
            <a:endParaRPr/>
          </a:p>
        </p:txBody>
      </p:sp>
      <p:pic>
        <p:nvPicPr>
          <p:cNvPr id="190" name="Google Shape;1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Objectives</a:t>
            </a:r>
            <a:endParaRPr/>
          </a:p>
        </p:txBody>
      </p:sp>
      <p:sp>
        <p:nvSpPr>
          <p:cNvPr id="197" name="Google Shape;197;p2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❑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Understand the basic of TensorFlow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❑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application of TensorFlow </a:t>
            </a:r>
            <a:endParaRPr/>
          </a:p>
          <a:p>
            <a:pPr marL="342900" lvl="0" indent="-251459" algn="l" rtl="0">
              <a:spcBef>
                <a:spcPts val="480"/>
              </a:spcBef>
              <a:spcAft>
                <a:spcPts val="0"/>
              </a:spcAft>
              <a:buSzPts val="1440"/>
              <a:buNone/>
            </a:pPr>
            <a:endParaRPr sz="24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98" name="Google Shape;1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Working with TensorFlow </a:t>
            </a:r>
            <a:endParaRPr/>
          </a:p>
        </p:txBody>
      </p:sp>
      <p:sp>
        <p:nvSpPr>
          <p:cNvPr id="200" name="Google Shape;200;p2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 dirty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TensorFlow  </a:t>
            </a:r>
            <a:endParaRPr dirty="0"/>
          </a:p>
        </p:txBody>
      </p:sp>
      <p:sp>
        <p:nvSpPr>
          <p:cNvPr id="207" name="Google Shape;207;p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08150"/>
            <a:ext cx="7696200" cy="431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❑"/>
            </a:pPr>
            <a:r>
              <a:rPr lang="en-US" sz="22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TensorFlow is an end-to-end open source platform for machine learning 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❑"/>
            </a:pPr>
            <a:r>
              <a:rPr lang="en-US" sz="22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TensorFlow makes it easy for beginners and experts to create machine learning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❑"/>
            </a:pPr>
            <a:r>
              <a:rPr lang="en-US" sz="22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Focus on training and inference of deep neural networks.</a:t>
            </a:r>
            <a:endParaRPr dirty="0"/>
          </a:p>
        </p:txBody>
      </p:sp>
      <p:pic>
        <p:nvPicPr>
          <p:cNvPr id="208" name="Google Shape;20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"/>
          <p:cNvSpPr txBox="1"/>
          <p:nvPr/>
        </p:nvSpPr>
        <p:spPr>
          <a:xfrm>
            <a:off x="3581400" y="63881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Working with TensorFlow </a:t>
            </a:r>
            <a:endParaRPr/>
          </a:p>
        </p:txBody>
      </p:sp>
      <p:sp>
        <p:nvSpPr>
          <p:cNvPr id="210" name="Google Shape;210;p3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/>
          </a:p>
        </p:txBody>
      </p:sp>
      <p:pic>
        <p:nvPicPr>
          <p:cNvPr id="211" name="Google Shape;211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90800" y="4648200"/>
            <a:ext cx="4000500" cy="173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CE94CF9-8FE0-6585-48A2-E184BCF88D37}"/>
              </a:ext>
            </a:extLst>
          </p:cNvPr>
          <p:cNvSpPr txBox="1"/>
          <p:nvPr/>
        </p:nvSpPr>
        <p:spPr>
          <a:xfrm>
            <a:off x="4836951" y="646549"/>
            <a:ext cx="210563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VN" dirty="0"/>
              <a:t>f lite </a:t>
            </a:r>
            <a:br>
              <a:rPr lang="en-VN" dirty="0"/>
            </a:br>
            <a:r>
              <a:rPr lang="en-VN" dirty="0"/>
              <a:t>optuna </a:t>
            </a:r>
            <a:br>
              <a:rPr lang="en-VN" dirty="0"/>
            </a:br>
            <a:r>
              <a:rPr lang="en-VN" dirty="0"/>
              <a:t>Auto Keras</a:t>
            </a:r>
          </a:p>
          <a:p>
            <a:r>
              <a:rPr lang="en-VN" dirty="0"/>
              <a:t>NVIDIA chạy được thì chạy TensorRT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TensorFlow  </a:t>
            </a:r>
            <a:endParaRPr/>
          </a:p>
        </p:txBody>
      </p:sp>
      <p:sp>
        <p:nvSpPr>
          <p:cNvPr id="218" name="Google Shape;218;p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08150"/>
            <a:ext cx="7696200" cy="431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❑"/>
            </a:pPr>
            <a:r>
              <a:rPr lang="en-US" sz="22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TensorFlow was developed by the Google Brain team for internal Google use in research and production.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❑"/>
            </a:pPr>
            <a:r>
              <a:rPr lang="en-US" sz="22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It supports the following:</a:t>
            </a:r>
            <a:endParaRPr dirty="0"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■"/>
            </a:pP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Multidimensional-array based numeric computation (similar to NumPy)</a:t>
            </a:r>
            <a:endParaRPr dirty="0"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■"/>
            </a:pP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GPU and distributed processing -&gt; </a:t>
            </a:r>
            <a:r>
              <a:rPr lang="en-US" sz="18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Xử</a:t>
            </a: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18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lý</a:t>
            </a: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GPU </a:t>
            </a:r>
            <a:r>
              <a:rPr lang="en-US" sz="18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và</a:t>
            </a: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18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phân</a:t>
            </a: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18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luồng</a:t>
            </a: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18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xử</a:t>
            </a: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18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lý</a:t>
            </a:r>
            <a:endParaRPr dirty="0"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■"/>
            </a:pP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Automatic differentiation -&gt; </a:t>
            </a:r>
            <a:r>
              <a:rPr lang="en-US" sz="18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Tự</a:t>
            </a: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18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động</a:t>
            </a: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18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tính</a:t>
            </a: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18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đạo</a:t>
            </a: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18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hàm</a:t>
            </a:r>
            <a:endParaRPr dirty="0"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■"/>
            </a:pP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Model construction, training, and export</a:t>
            </a:r>
            <a:endParaRPr dirty="0"/>
          </a:p>
        </p:txBody>
      </p:sp>
      <p:pic>
        <p:nvPicPr>
          <p:cNvPr id="219" name="Google Shape;21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4"/>
          <p:cNvSpPr txBox="1"/>
          <p:nvPr/>
        </p:nvSpPr>
        <p:spPr>
          <a:xfrm>
            <a:off x="3581400" y="63881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Working with TensorFlow </a:t>
            </a:r>
            <a:endParaRPr/>
          </a:p>
        </p:txBody>
      </p:sp>
      <p:sp>
        <p:nvSpPr>
          <p:cNvPr id="221" name="Google Shape;221;p4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9ACFF6-88EB-D2FB-7C6A-2848E9A82ADB}"/>
              </a:ext>
            </a:extLst>
          </p:cNvPr>
          <p:cNvSpPr txBox="1"/>
          <p:nvPr/>
        </p:nvSpPr>
        <p:spPr>
          <a:xfrm>
            <a:off x="1319212" y="5585936"/>
            <a:ext cx="381867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Tìm hiểu về Gradient Descent </a:t>
            </a:r>
          </a:p>
          <a:p>
            <a:r>
              <a:rPr lang="en-VN" dirty="0"/>
              <a:t>Tìm hiểu lại về đạo hàm -&gt; Slope </a:t>
            </a:r>
            <a:br>
              <a:rPr lang="en-VN" dirty="0"/>
            </a:br>
            <a:r>
              <a:rPr lang="en-VN" dirty="0"/>
              <a:t>-&gt; Giá trị đạo hàm bằng đúng giá trị thay đổi.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TensorFlow  </a:t>
            </a:r>
            <a:endParaRPr/>
          </a:p>
        </p:txBody>
      </p:sp>
      <p:sp>
        <p:nvSpPr>
          <p:cNvPr id="228" name="Google Shape;228;p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08150"/>
            <a:ext cx="7772400" cy="431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❑"/>
            </a:pPr>
            <a:r>
              <a:rPr lang="en-US" sz="2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TensorFlow operates on multidimensional arrays or tensors represented as tf.Tensor objects. Here is a two-dimensional tensor:</a:t>
            </a:r>
            <a:endParaRPr/>
          </a:p>
          <a:p>
            <a:pPr marL="342900" lvl="0" indent="-259080" algn="l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None/>
            </a:pPr>
            <a:endParaRPr sz="22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259080" algn="l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None/>
            </a:pPr>
            <a:endParaRPr sz="22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259080" algn="l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None/>
            </a:pPr>
            <a:endParaRPr sz="22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Tensor.shape: the size of the tensor along each of its axes.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Tensor.dtype: the type of all the elements in the tensor.</a:t>
            </a:r>
            <a:endParaRPr/>
          </a:p>
        </p:txBody>
      </p:sp>
      <p:pic>
        <p:nvPicPr>
          <p:cNvPr id="229" name="Google Shape;22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5"/>
          <p:cNvSpPr txBox="1"/>
          <p:nvPr/>
        </p:nvSpPr>
        <p:spPr>
          <a:xfrm>
            <a:off x="3581400" y="63881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Working with TensorFlow </a:t>
            </a:r>
            <a:endParaRPr/>
          </a:p>
        </p:txBody>
      </p:sp>
      <p:sp>
        <p:nvSpPr>
          <p:cNvPr id="231" name="Google Shape;231;p5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/>
          </a:p>
        </p:txBody>
      </p:sp>
      <p:pic>
        <p:nvPicPr>
          <p:cNvPr id="232" name="Google Shape;232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73000" y="2869413"/>
            <a:ext cx="3252788" cy="1957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6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TensorFlow  </a:t>
            </a:r>
            <a:endParaRPr/>
          </a:p>
        </p:txBody>
      </p:sp>
      <p:sp>
        <p:nvSpPr>
          <p:cNvPr id="239" name="Google Shape;239;p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08150"/>
            <a:ext cx="7772400" cy="431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❑"/>
            </a:pPr>
            <a:r>
              <a:rPr lang="en-US" sz="2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TensorFlow can be used in a wide variety of programming languages, including Python, JavaScript, C++, and Java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❑"/>
            </a:pPr>
            <a:r>
              <a:rPr lang="en-US" sz="2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TensorFlow can run on multiple CPUs and GPUs, TPUs (with optional CUDA and SYCL extensions for general-purpose computing on graphics processing units). 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❑"/>
            </a:pPr>
            <a:r>
              <a:rPr lang="en-US" sz="2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TensorFlow is available on 64-bit Linux, macOS, Windows, and mobile computing platforms including Android and iOS.</a:t>
            </a:r>
            <a:endParaRPr/>
          </a:p>
        </p:txBody>
      </p:sp>
      <p:pic>
        <p:nvPicPr>
          <p:cNvPr id="240" name="Google Shape;24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6"/>
          <p:cNvSpPr txBox="1"/>
          <p:nvPr/>
        </p:nvSpPr>
        <p:spPr>
          <a:xfrm>
            <a:off x="3581400" y="63881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Working with TensorFlow </a:t>
            </a:r>
            <a:endParaRPr/>
          </a:p>
        </p:txBody>
      </p:sp>
      <p:sp>
        <p:nvSpPr>
          <p:cNvPr id="242" name="Google Shape;242;p6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TensorFlow  </a:t>
            </a:r>
            <a:endParaRPr/>
          </a:p>
        </p:txBody>
      </p:sp>
      <p:sp>
        <p:nvSpPr>
          <p:cNvPr id="249" name="Google Shape;249;p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08150"/>
            <a:ext cx="7696200" cy="431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❑"/>
            </a:pPr>
            <a:r>
              <a:rPr lang="en-US" sz="2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Tensor processing unit (TPU), an application-specific integrated circuit (ASIC, a hardware chip) built specifically for machine learning and tailored for TensorFlow.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❑"/>
            </a:pPr>
            <a:r>
              <a:rPr lang="en-US" sz="2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TensorFlow's APIs use Keras to allow users to make their own machine learning models.</a:t>
            </a:r>
            <a:endParaRPr/>
          </a:p>
        </p:txBody>
      </p:sp>
      <p:pic>
        <p:nvPicPr>
          <p:cNvPr id="250" name="Google Shape;25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7"/>
          <p:cNvSpPr txBox="1"/>
          <p:nvPr/>
        </p:nvSpPr>
        <p:spPr>
          <a:xfrm>
            <a:off x="3581400" y="63881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Working with TensorFlow </a:t>
            </a:r>
            <a:endParaRPr/>
          </a:p>
        </p:txBody>
      </p:sp>
      <p:sp>
        <p:nvSpPr>
          <p:cNvPr id="252" name="Google Shape;252;p7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/>
          </a:p>
        </p:txBody>
      </p:sp>
      <p:pic>
        <p:nvPicPr>
          <p:cNvPr id="253" name="Google Shape;253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05050" y="4367212"/>
            <a:ext cx="4762500" cy="191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 dirty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TensorFlow  </a:t>
            </a:r>
            <a:endParaRPr dirty="0"/>
          </a:p>
        </p:txBody>
      </p:sp>
      <p:sp>
        <p:nvSpPr>
          <p:cNvPr id="260" name="Google Shape;260;p8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08150"/>
            <a:ext cx="7772400" cy="431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❑"/>
            </a:pPr>
            <a:r>
              <a:rPr lang="en-US" sz="22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Keras</a:t>
            </a:r>
            <a:r>
              <a:rPr lang="en-US" sz="22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is the </a:t>
            </a:r>
            <a:r>
              <a:rPr lang="en-US" sz="2200" b="1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high-level API</a:t>
            </a:r>
            <a:r>
              <a:rPr lang="en-US" sz="22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of the TensorFlow platform. It provides an approachable, highly-productive interface for solving machine learning (ML) problems, with a focus on modern deep learning.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❑"/>
            </a:pPr>
            <a:r>
              <a:rPr lang="en-US" sz="22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Keras</a:t>
            </a:r>
            <a:r>
              <a:rPr lang="en-US" sz="22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covers every step of the machine learning workflow, from data processing to hyperparameter tuning to deployment. 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❑"/>
            </a:pPr>
            <a:r>
              <a:rPr lang="en-US" sz="22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It was developed with a focus on enabling fast experimentation.</a:t>
            </a:r>
            <a:endParaRPr dirty="0"/>
          </a:p>
        </p:txBody>
      </p:sp>
      <p:pic>
        <p:nvPicPr>
          <p:cNvPr id="261" name="Google Shape;26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8"/>
          <p:cNvSpPr txBox="1"/>
          <p:nvPr/>
        </p:nvSpPr>
        <p:spPr>
          <a:xfrm>
            <a:off x="3581400" y="63881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Working with TensorFlow </a:t>
            </a:r>
            <a:endParaRPr/>
          </a:p>
        </p:txBody>
      </p:sp>
      <p:sp>
        <p:nvSpPr>
          <p:cNvPr id="263" name="Google Shape;263;p8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63438E-3D21-A861-C8F8-09F1A6DCA460}"/>
              </a:ext>
            </a:extLst>
          </p:cNvPr>
          <p:cNvSpPr txBox="1"/>
          <p:nvPr/>
        </p:nvSpPr>
        <p:spPr>
          <a:xfrm>
            <a:off x="6062547" y="506849"/>
            <a:ext cx="231945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Tìm hiểu autokeras, nó tự động tối ưu mô hình tham số, thử từng layer, nó tự điều chỉnh toàn bộ tham số.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TensorFlow  </a:t>
            </a:r>
            <a:endParaRPr/>
          </a:p>
        </p:txBody>
      </p:sp>
      <p:sp>
        <p:nvSpPr>
          <p:cNvPr id="270" name="Google Shape;270;p9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08150"/>
            <a:ext cx="7696200" cy="431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❑"/>
            </a:pPr>
            <a:r>
              <a:rPr lang="en-US" sz="2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core data structures of Keras are layers and models. A layer is a simple input/output transformation, and a model is a directed acyclic graph (DAG) of layers.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❑"/>
            </a:pPr>
            <a:r>
              <a:rPr lang="en-US" sz="2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Layers: the tf.keras.layers.Layer class is the fundamental abstraction in Keras. A Layer encapsulates a state (weights) and some computation (defined in the tf.keras.layers.Layer.call method).</a:t>
            </a:r>
            <a:endParaRPr/>
          </a:p>
        </p:txBody>
      </p:sp>
      <p:pic>
        <p:nvPicPr>
          <p:cNvPr id="271" name="Google Shape;271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9"/>
          <p:cNvSpPr txBox="1"/>
          <p:nvPr/>
        </p:nvSpPr>
        <p:spPr>
          <a:xfrm>
            <a:off x="3581400" y="63881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Working with TensorFlow </a:t>
            </a:r>
            <a:endParaRPr/>
          </a:p>
        </p:txBody>
      </p:sp>
      <p:sp>
        <p:nvSpPr>
          <p:cNvPr id="273" name="Google Shape;273;p9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TensorFlow  </a:t>
            </a:r>
            <a:endParaRPr/>
          </a:p>
        </p:txBody>
      </p:sp>
      <p:sp>
        <p:nvSpPr>
          <p:cNvPr id="280" name="Google Shape;280;p10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08150"/>
            <a:ext cx="7696200" cy="431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❑"/>
            </a:pPr>
            <a:r>
              <a:rPr lang="en-US" sz="2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Models is an object that groups layers together and that can be trained on data.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❑"/>
            </a:pPr>
            <a:r>
              <a:rPr lang="en-US" sz="2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tf.keras.Model class features built-in training and evaluation methods: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tf.keras.Model.fit: Trains the model for a fixed number of epochs.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tf.keras.Model.predict: Generates output predictions for the input samples.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tf.keras.Model.evaluate: Returns the loss and metrics values for the model; configured via the tf.keras.Model.compile method..</a:t>
            </a:r>
            <a:endParaRPr/>
          </a:p>
        </p:txBody>
      </p:sp>
      <p:pic>
        <p:nvPicPr>
          <p:cNvPr id="281" name="Google Shape;28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0"/>
          <p:cNvSpPr txBox="1"/>
          <p:nvPr/>
        </p:nvSpPr>
        <p:spPr>
          <a:xfrm>
            <a:off x="3581400" y="63881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Working with TensorFlow </a:t>
            </a:r>
            <a:endParaRPr/>
          </a:p>
        </p:txBody>
      </p:sp>
      <p:sp>
        <p:nvSpPr>
          <p:cNvPr id="283" name="Google Shape;283;p10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TensorFlow  </a:t>
            </a:r>
            <a:endParaRPr/>
          </a:p>
        </p:txBody>
      </p:sp>
      <p:sp>
        <p:nvSpPr>
          <p:cNvPr id="290" name="Google Shape;290;p11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08150"/>
            <a:ext cx="7696200" cy="431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❑"/>
            </a:pPr>
            <a:r>
              <a:rPr lang="en-US" sz="2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Tensorflow Projects for Beginners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Driver Demand Prediction Project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Fake News Classification with TensorFlow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Plant Species Identification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Speech Emotion Recognition using TensorFlow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Ultrasound Nerve Segmentation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Time Series Forecasting.</a:t>
            </a:r>
            <a:endParaRPr/>
          </a:p>
        </p:txBody>
      </p:sp>
      <p:pic>
        <p:nvPicPr>
          <p:cNvPr id="291" name="Google Shape;291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1"/>
          <p:cNvSpPr txBox="1"/>
          <p:nvPr/>
        </p:nvSpPr>
        <p:spPr>
          <a:xfrm>
            <a:off x="3581400" y="63881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Working with TensorFlow </a:t>
            </a:r>
            <a:endParaRPr/>
          </a:p>
        </p:txBody>
      </p:sp>
      <p:sp>
        <p:nvSpPr>
          <p:cNvPr id="293" name="Google Shape;293;p11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2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TensorFlow  </a:t>
            </a:r>
            <a:endParaRPr/>
          </a:p>
        </p:txBody>
      </p:sp>
      <p:sp>
        <p:nvSpPr>
          <p:cNvPr id="300" name="Google Shape;300;p12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08150"/>
            <a:ext cx="7696200" cy="431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❑"/>
            </a:pPr>
            <a:r>
              <a:rPr lang="en-US" sz="2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Tensorflow Machine Learning Projects for Aspiring Data Scientist: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NLP based ChatBot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Dogs and Cats Classification with TensorFlow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Object Detection Machine Learning Project with TensorFlow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Real-time Image Animation Project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Plant Disease Detection Robot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Reinforcement Learning Game Player employing TensorFlow</a:t>
            </a:r>
            <a:endParaRPr/>
          </a:p>
        </p:txBody>
      </p:sp>
      <p:pic>
        <p:nvPicPr>
          <p:cNvPr id="301" name="Google Shape;301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2"/>
          <p:cNvSpPr txBox="1"/>
          <p:nvPr/>
        </p:nvSpPr>
        <p:spPr>
          <a:xfrm>
            <a:off x="3581400" y="63881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Working with TensorFlow </a:t>
            </a:r>
            <a:endParaRPr/>
          </a:p>
        </p:txBody>
      </p:sp>
      <p:sp>
        <p:nvSpPr>
          <p:cNvPr id="303" name="Google Shape;303;p12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3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TensorFlow  </a:t>
            </a:r>
            <a:endParaRPr/>
          </a:p>
        </p:txBody>
      </p:sp>
      <p:sp>
        <p:nvSpPr>
          <p:cNvPr id="310" name="Google Shape;310;p1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08150"/>
            <a:ext cx="7696200" cy="431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❑"/>
            </a:pPr>
            <a:r>
              <a:rPr lang="en-US" sz="2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Advanced TensorFlow Machine Learning Projects: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Lung Cancer Detection using TensorFlow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Gender Recognition Using Voice</a:t>
            </a:r>
            <a:endParaRPr sz="1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Detecting Spam using TensorFlow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Optical Character Recognition using TensorFlow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Face Recognition using TensorFlow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Breast Cancer Classification Project using TensorFlow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Real-time Hand Gesture Recognition using TensorFlow</a:t>
            </a:r>
            <a:endParaRPr/>
          </a:p>
        </p:txBody>
      </p:sp>
      <p:pic>
        <p:nvPicPr>
          <p:cNvPr id="311" name="Google Shape;31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3"/>
          <p:cNvSpPr txBox="1"/>
          <p:nvPr/>
        </p:nvSpPr>
        <p:spPr>
          <a:xfrm>
            <a:off x="3581400" y="63881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Working with TensorFlow </a:t>
            </a:r>
            <a:endParaRPr/>
          </a:p>
        </p:txBody>
      </p:sp>
      <p:sp>
        <p:nvSpPr>
          <p:cNvPr id="313" name="Google Shape;313;p13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6328b6b7c0_0_0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/>
              <a:t>FPTU’s Projects</a:t>
            </a:r>
            <a:endParaRPr/>
          </a:p>
        </p:txBody>
      </p:sp>
      <p:pic>
        <p:nvPicPr>
          <p:cNvPr id="320" name="Google Shape;320;g26328b6b7c0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g26328b6b7c0_0_0"/>
          <p:cNvSpPr txBox="1"/>
          <p:nvPr/>
        </p:nvSpPr>
        <p:spPr>
          <a:xfrm>
            <a:off x="3581400" y="63881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Working with TensorFlow </a:t>
            </a:r>
            <a:endParaRPr/>
          </a:p>
        </p:txBody>
      </p:sp>
      <p:sp>
        <p:nvSpPr>
          <p:cNvPr id="322" name="Google Shape;322;g26328b6b7c0_0_0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14</a:t>
            </a:fld>
            <a:endParaRPr/>
          </a:p>
        </p:txBody>
      </p:sp>
      <p:pic>
        <p:nvPicPr>
          <p:cNvPr id="323" name="Google Shape;323;g26328b6b7c0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7475" y="1536125"/>
            <a:ext cx="4334150" cy="295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g26328b6b7c0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3200" y="1861650"/>
            <a:ext cx="2714275" cy="249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g26328b6b7c0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85675" y="4440676"/>
            <a:ext cx="3276600" cy="1947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4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Summary</a:t>
            </a:r>
            <a:endParaRPr/>
          </a:p>
        </p:txBody>
      </p:sp>
      <p:sp>
        <p:nvSpPr>
          <p:cNvPr id="331" name="Google Shape;331;p1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Understand the basic of TensorFlow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application of TensorFlow </a:t>
            </a:r>
            <a:endParaRPr/>
          </a:p>
          <a:p>
            <a:pPr marL="342900" lvl="0" indent="-266700" algn="l" rtl="0">
              <a:spcBef>
                <a:spcPts val="400"/>
              </a:spcBef>
              <a:spcAft>
                <a:spcPts val="0"/>
              </a:spcAft>
              <a:buSzPts val="1200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32" name="Google Shape;33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4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Working with TensorFlow </a:t>
            </a:r>
            <a:endParaRPr/>
          </a:p>
        </p:txBody>
      </p:sp>
      <p:sp>
        <p:nvSpPr>
          <p:cNvPr id="334" name="Google Shape;334;p14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5"/>
          <p:cNvSpPr txBox="1">
            <a:spLocks noGrp="1"/>
          </p:cNvSpPr>
          <p:nvPr>
            <p:ph type="title"/>
          </p:nvPr>
        </p:nvSpPr>
        <p:spPr>
          <a:xfrm>
            <a:off x="1143000" y="3124200"/>
            <a:ext cx="670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Q &amp; A</a:t>
            </a:r>
            <a:endParaRPr/>
          </a:p>
        </p:txBody>
      </p:sp>
      <p:pic>
        <p:nvPicPr>
          <p:cNvPr id="340" name="Google Shape;34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5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Working with TensorFlow </a:t>
            </a:r>
            <a:endParaRPr/>
          </a:p>
        </p:txBody>
      </p:sp>
      <p:sp>
        <p:nvSpPr>
          <p:cNvPr id="342" name="Google Shape;342;p15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16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775</Words>
  <Application>Microsoft Macintosh PowerPoint</Application>
  <PresentationFormat>On-screen Show (4:3)</PresentationFormat>
  <Paragraphs>121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Tahoma</vt:lpstr>
      <vt:lpstr>Arial</vt:lpstr>
      <vt:lpstr>Noto Sans Symbols</vt:lpstr>
      <vt:lpstr>1_Blueprint</vt:lpstr>
      <vt:lpstr>Blueprint</vt:lpstr>
      <vt:lpstr>Working with TensorFlow </vt:lpstr>
      <vt:lpstr>Objectives</vt:lpstr>
      <vt:lpstr>TensorFlow  </vt:lpstr>
      <vt:lpstr>TensorFlow  </vt:lpstr>
      <vt:lpstr>TensorFlow  </vt:lpstr>
      <vt:lpstr>TensorFlow  </vt:lpstr>
      <vt:lpstr>TensorFlow  </vt:lpstr>
      <vt:lpstr>TensorFlow  </vt:lpstr>
      <vt:lpstr>TensorFlow  </vt:lpstr>
      <vt:lpstr>TensorFlow  </vt:lpstr>
      <vt:lpstr>TensorFlow  </vt:lpstr>
      <vt:lpstr>TensorFlow  </vt:lpstr>
      <vt:lpstr>TensorFlow  </vt:lpstr>
      <vt:lpstr>FPTU’s Projects</vt:lpstr>
      <vt:lpstr>Summary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Office User</dc:creator>
  <cp:lastModifiedBy>. Daziel.vad</cp:lastModifiedBy>
  <cp:revision>1</cp:revision>
  <dcterms:created xsi:type="dcterms:W3CDTF">2022-12-09T09:55:15Z</dcterms:created>
  <dcterms:modified xsi:type="dcterms:W3CDTF">2026-01-06T03:23:24Z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0</vt:i4>
  </property>
  <property fmtid="{D5CDD505-2E9C-101B-9397-08002B2CF9AE}" pid="3" name="GraphicType">
    <vt:i4>0</vt:i4>
  </property>
  <property fmtid="{D5CDD505-2E9C-101B-9397-08002B2CF9AE}" pid="4" name="Compression">
    <vt:i4>0</vt:i4>
  </property>
  <property fmtid="{D5CDD505-2E9C-101B-9397-08002B2CF9AE}" pid="5" name="ScreenSize">
    <vt:i4>0</vt:i4>
  </property>
  <property fmtid="{D5CDD505-2E9C-101B-9397-08002B2CF9AE}" pid="6" name="ScreenUsage">
    <vt:i4>0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0</vt:i4>
  </property>
  <property fmtid="{D5CDD505-2E9C-101B-9397-08002B2CF9AE}" pid="14" name="TextColor">
    <vt:i4>0</vt:i4>
  </property>
  <property fmtid="{D5CDD505-2E9C-101B-9397-08002B2CF9AE}" pid="15" name="LinkColor">
    <vt:i4>0</vt:i4>
  </property>
  <property fmtid="{D5CDD505-2E9C-101B-9397-08002B2CF9AE}" pid="16" name="VisitedColor">
    <vt:i4>0</vt:i4>
  </property>
  <property fmtid="{D5CDD505-2E9C-101B-9397-08002B2CF9AE}" pid="17" name="TransparentButton">
    <vt:i4>0</vt:i4>
  </property>
  <property fmtid="{D5CDD505-2E9C-101B-9397-08002B2CF9AE}" pid="18" name="ButtonType">
    <vt:i4>0</vt:i4>
  </property>
  <property fmtid="{D5CDD505-2E9C-101B-9397-08002B2CF9AE}" pid="19" name="ShowNotes">
    <vt:bool>false</vt:bool>
  </property>
  <property fmtid="{D5CDD505-2E9C-101B-9397-08002B2CF9AE}" pid="20" name="NavBtnPos">
    <vt:i4>0</vt:i4>
  </property>
  <property fmtid="{D5CDD505-2E9C-101B-9397-08002B2CF9AE}" pid="21" name="OutputDir">
    <vt:lpwstr>C:\Work\html</vt:lpwstr>
  </property>
</Properties>
</file>