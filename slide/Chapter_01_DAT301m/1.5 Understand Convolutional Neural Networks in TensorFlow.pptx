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7302500" cy="9588500"/>
  <p:embeddedFontLst>
    <p:embeddedFont>
      <p:font typeface="Noto Sans Symbols" pitchFamily="2" charset="0"/>
      <p:regular r:id="rId19"/>
      <p:bold r:id="rId20"/>
    </p:embeddedFont>
    <p:embeddedFont>
      <p:font typeface="Tahoma" panose="020B0604030504040204" pitchFamily="3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BV+73paNyiN1hkrB0B/SqUbO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8"/>
    <p:restoredTop sz="94676"/>
  </p:normalViewPr>
  <p:slideViewPr>
    <p:cSldViewPr snapToGrid="0">
      <p:cViewPr>
        <p:scale>
          <a:sx n="176" d="100"/>
          <a:sy n="176" d="100"/>
        </p:scale>
        <p:origin x="928" y="-8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2" y="0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5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6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6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7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8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9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9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3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0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0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11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1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2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2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3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3:notes"/>
          <p:cNvSpPr txBox="1"/>
          <p:nvPr/>
        </p:nvSpPr>
        <p:spPr>
          <a:xfrm>
            <a:off x="4138612" y="9109075"/>
            <a:ext cx="3163887" cy="479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500" tIns="48250" rIns="96500" bIns="48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ahoma"/>
              <a:buNone/>
            </a:pPr>
            <a:fld id="{00000000-1234-1234-1234-123412341234}" type="slidenum">
              <a:rPr lang="en-US" sz="1300" b="0" i="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>
            <a:spLocks noGrp="1"/>
          </p:cNvSpPr>
          <p:nvPr>
            <p:ph type="body" idx="1"/>
          </p:nvPr>
        </p:nvSpPr>
        <p:spPr>
          <a:xfrm>
            <a:off x="973137" y="4554537"/>
            <a:ext cx="5356225" cy="4313237"/>
          </a:xfrm>
          <a:prstGeom prst="rect">
            <a:avLst/>
          </a:prstGeom>
        </p:spPr>
        <p:txBody>
          <a:bodyPr spcFirstLastPara="1" wrap="square" lIns="96500" tIns="48250" rIns="96500" bIns="482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5712" y="720725"/>
            <a:ext cx="4792662" cy="3594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 descr="Rectangle: Click to edit Master text styles&#10;Second level&#10;Third level&#10;Fourth level&#10;Fifth level"/>
          <p:cNvSpPr txBox="1">
            <a:spLocks noGrp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hart" type="txAndChart">
  <p:cSld name="TEXT_AND_CHAR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9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19"/>
          <p:cNvSpPr>
            <a:spLocks noGrp="1"/>
          </p:cNvSpPr>
          <p:nvPr>
            <p:ph type="chart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7" name="Google Shape;157;p19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19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0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20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20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marL="914400" lvl="1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marL="1371600" lvl="2" indent="-34925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marL="914400" lvl="1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marL="1371600" lvl="2" indent="-337185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marL="2286000" lvl="4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marL="2743200" lvl="5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marL="3200400" lvl="6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marL="3657600" lvl="7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marL="4114800" lvl="8" indent="-297179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6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1" name="Google Shape;11;p16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2" name="Google Shape;12;p16"/>
              <p:cNvSpPr txBox="1"/>
              <p:nvPr/>
            </p:nvSpPr>
            <p:spPr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13" name="Google Shape;13;p16"/>
              <p:cNvGrpSpPr/>
              <p:nvPr/>
            </p:nvGrpSpPr>
            <p:grpSpPr>
              <a:xfrm>
                <a:off x="0" y="0"/>
                <a:ext cx="5760" cy="4320"/>
                <a:chOff x="0" y="0"/>
                <a:chExt cx="5760" cy="4320"/>
              </a:xfrm>
            </p:grpSpPr>
            <p:cxnSp>
              <p:nvCxnSpPr>
                <p:cNvPr id="14" name="Google Shape;14;p16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16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6" name="Google Shape;16;p16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7" name="Google Shape;17;p16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16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16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16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1" name="Google Shape;21;p16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2" name="Google Shape;22;p16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16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16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5" name="Google Shape;25;p16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6" name="Google Shape;26;p16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16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8" name="Google Shape;28;p16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29" name="Google Shape;29;p16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0" name="Google Shape;30;p16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1" name="Google Shape;31;p16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2" name="Google Shape;32;p16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3" name="Google Shape;33;p16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4" name="Google Shape;34;p16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5" name="Google Shape;35;p16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6" name="Google Shape;36;p16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7" name="Google Shape;37;p16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8" name="Google Shape;38;p16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39" name="Google Shape;39;p16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0" name="Google Shape;40;p16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1" name="Google Shape;41;p16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2" name="Google Shape;42;p16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3" name="Google Shape;43;p16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4" name="Google Shape;44;p16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5" name="Google Shape;45;p16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6" name="Google Shape;46;p16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7" name="Google Shape;47;p16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8" name="Google Shape;48;p16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49" name="Google Shape;49;p16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0" name="Google Shape;50;p16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1" name="Google Shape;51;p16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2" name="Google Shape;52;p16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3" name="Google Shape;53;p16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4" name="Google Shape;54;p16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5" name="Google Shape;55;p16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6" name="Google Shape;56;p16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7" name="Google Shape;57;p16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16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59" name="Google Shape;59;p16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0" name="Google Shape;60;p16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1" name="Google Shape;61;p16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2" name="Google Shape;62;p16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3" name="Google Shape;63;p16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64" name="Google Shape;64;p16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65" name="Google Shape;65;p16"/>
              <p:cNvCxnSpPr/>
              <p:nvPr/>
            </p:nvCxnSpPr>
            <p:spPr>
              <a:xfrm>
                <a:off x="5568" y="0"/>
                <a:ext cx="0" cy="148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</p:grpSp>
        <p:grpSp>
          <p:nvGrpSpPr>
            <p:cNvPr id="66" name="Google Shape;66;p16"/>
            <p:cNvGrpSpPr/>
            <p:nvPr/>
          </p:nvGrpSpPr>
          <p:grpSpPr>
            <a:xfrm>
              <a:off x="3" y="559"/>
              <a:ext cx="4192" cy="1796"/>
              <a:chOff x="3" y="559"/>
              <a:chExt cx="4192" cy="1796"/>
            </a:xfrm>
          </p:grpSpPr>
          <p:cxnSp>
            <p:nvCxnSpPr>
              <p:cNvPr id="67" name="Google Shape;67;p16"/>
              <p:cNvCxnSpPr/>
              <p:nvPr/>
            </p:nvCxnSpPr>
            <p:spPr>
              <a:xfrm>
                <a:off x="506" y="559"/>
                <a:ext cx="0" cy="179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16"/>
              <p:cNvCxnSpPr/>
              <p:nvPr/>
            </p:nvCxnSpPr>
            <p:spPr>
              <a:xfrm rot="10800000">
                <a:off x="3" y="1924"/>
                <a:ext cx="32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16"/>
              <p:cNvCxnSpPr/>
              <p:nvPr/>
            </p:nvCxnSpPr>
            <p:spPr>
              <a:xfrm rot="10800000">
                <a:off x="384" y="938"/>
                <a:ext cx="3811" cy="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0" name="Google Shape;70;p16"/>
              <p:cNvSpPr/>
              <p:nvPr/>
            </p:nvSpPr>
            <p:spPr>
              <a:xfrm rot="-5400000" flipH="1">
                <a:off x="425" y="860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71" name="Google Shape;71;p16"/>
            <p:cNvGrpSpPr/>
            <p:nvPr/>
          </p:nvGrpSpPr>
          <p:grpSpPr>
            <a:xfrm>
              <a:off x="1480" y="1952"/>
              <a:ext cx="3808" cy="1812"/>
              <a:chOff x="1480" y="1952"/>
              <a:chExt cx="3808" cy="1812"/>
            </a:xfrm>
          </p:grpSpPr>
          <p:cxnSp>
            <p:nvCxnSpPr>
              <p:cNvPr id="72" name="Google Shape;72;p16"/>
              <p:cNvCxnSpPr/>
              <p:nvPr/>
            </p:nvCxnSpPr>
            <p:spPr>
              <a:xfrm>
                <a:off x="1480" y="3442"/>
                <a:ext cx="38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16"/>
              <p:cNvCxnSpPr/>
              <p:nvPr/>
            </p:nvCxnSpPr>
            <p:spPr>
              <a:xfrm>
                <a:off x="5172" y="1952"/>
                <a:ext cx="0" cy="181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74" name="Google Shape;74;p16"/>
              <p:cNvSpPr/>
              <p:nvPr/>
            </p:nvSpPr>
            <p:spPr>
              <a:xfrm rot="5400000">
                <a:off x="5096" y="3347"/>
                <a:ext cx="156" cy="157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6" name="Google Shape;76;p1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8"/>
          <p:cNvGrpSpPr/>
          <p:nvPr/>
        </p:nvGrpSpPr>
        <p:grpSpPr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88" name="Google Shape;88;p18"/>
            <p:cNvGrpSpPr/>
            <p:nvPr/>
          </p:nvGrpSpPr>
          <p:grpSpPr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89" name="Google Shape;89;p18"/>
              <p:cNvGrpSpPr/>
              <p:nvPr/>
            </p:nvGrpSpPr>
            <p:grpSpPr>
              <a:xfrm>
                <a:off x="0" y="192"/>
                <a:ext cx="5760" cy="4032"/>
                <a:chOff x="0" y="192"/>
                <a:chExt cx="5760" cy="4032"/>
              </a:xfrm>
            </p:grpSpPr>
            <p:cxnSp>
              <p:nvCxnSpPr>
                <p:cNvPr id="90" name="Google Shape;90;p18"/>
                <p:cNvCxnSpPr/>
                <p:nvPr/>
              </p:nvCxnSpPr>
              <p:spPr>
                <a:xfrm>
                  <a:off x="0" y="19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1" name="Google Shape;91;p18"/>
                <p:cNvCxnSpPr/>
                <p:nvPr/>
              </p:nvCxnSpPr>
              <p:spPr>
                <a:xfrm>
                  <a:off x="0" y="38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2" name="Google Shape;92;p18"/>
                <p:cNvCxnSpPr/>
                <p:nvPr/>
              </p:nvCxnSpPr>
              <p:spPr>
                <a:xfrm>
                  <a:off x="0" y="57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3" name="Google Shape;93;p18"/>
                <p:cNvCxnSpPr/>
                <p:nvPr/>
              </p:nvCxnSpPr>
              <p:spPr>
                <a:xfrm>
                  <a:off x="0" y="76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4" name="Google Shape;94;p18"/>
                <p:cNvCxnSpPr/>
                <p:nvPr/>
              </p:nvCxnSpPr>
              <p:spPr>
                <a:xfrm>
                  <a:off x="0" y="96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5" name="Google Shape;95;p18"/>
                <p:cNvCxnSpPr/>
                <p:nvPr/>
              </p:nvCxnSpPr>
              <p:spPr>
                <a:xfrm>
                  <a:off x="0" y="115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6" name="Google Shape;96;p18"/>
                <p:cNvCxnSpPr/>
                <p:nvPr/>
              </p:nvCxnSpPr>
              <p:spPr>
                <a:xfrm>
                  <a:off x="0" y="134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7" name="Google Shape;97;p18"/>
                <p:cNvCxnSpPr/>
                <p:nvPr/>
              </p:nvCxnSpPr>
              <p:spPr>
                <a:xfrm>
                  <a:off x="0" y="153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8" name="Google Shape;98;p18"/>
                <p:cNvCxnSpPr/>
                <p:nvPr/>
              </p:nvCxnSpPr>
              <p:spPr>
                <a:xfrm>
                  <a:off x="0" y="172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99" name="Google Shape;99;p18"/>
                <p:cNvCxnSpPr/>
                <p:nvPr/>
              </p:nvCxnSpPr>
              <p:spPr>
                <a:xfrm>
                  <a:off x="0" y="192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0" name="Google Shape;100;p18"/>
                <p:cNvCxnSpPr/>
                <p:nvPr/>
              </p:nvCxnSpPr>
              <p:spPr>
                <a:xfrm>
                  <a:off x="0" y="211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1" name="Google Shape;101;p18"/>
                <p:cNvCxnSpPr/>
                <p:nvPr/>
              </p:nvCxnSpPr>
              <p:spPr>
                <a:xfrm>
                  <a:off x="0" y="230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2" name="Google Shape;102;p18"/>
                <p:cNvCxnSpPr/>
                <p:nvPr/>
              </p:nvCxnSpPr>
              <p:spPr>
                <a:xfrm>
                  <a:off x="0" y="249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18"/>
                <p:cNvCxnSpPr/>
                <p:nvPr/>
              </p:nvCxnSpPr>
              <p:spPr>
                <a:xfrm>
                  <a:off x="0" y="268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4" name="Google Shape;104;p18"/>
                <p:cNvCxnSpPr/>
                <p:nvPr/>
              </p:nvCxnSpPr>
              <p:spPr>
                <a:xfrm>
                  <a:off x="0" y="288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5" name="Google Shape;105;p18"/>
                <p:cNvCxnSpPr/>
                <p:nvPr/>
              </p:nvCxnSpPr>
              <p:spPr>
                <a:xfrm>
                  <a:off x="0" y="307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6" name="Google Shape;106;p18"/>
                <p:cNvCxnSpPr/>
                <p:nvPr/>
              </p:nvCxnSpPr>
              <p:spPr>
                <a:xfrm>
                  <a:off x="0" y="326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7" name="Google Shape;107;p18"/>
                <p:cNvCxnSpPr/>
                <p:nvPr/>
              </p:nvCxnSpPr>
              <p:spPr>
                <a:xfrm>
                  <a:off x="0" y="3456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8" name="Google Shape;108;p18"/>
                <p:cNvCxnSpPr/>
                <p:nvPr/>
              </p:nvCxnSpPr>
              <p:spPr>
                <a:xfrm>
                  <a:off x="0" y="3648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09" name="Google Shape;109;p18"/>
                <p:cNvCxnSpPr/>
                <p:nvPr/>
              </p:nvCxnSpPr>
              <p:spPr>
                <a:xfrm>
                  <a:off x="0" y="3840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0" name="Google Shape;110;p18"/>
                <p:cNvCxnSpPr/>
                <p:nvPr/>
              </p:nvCxnSpPr>
              <p:spPr>
                <a:xfrm>
                  <a:off x="0" y="4032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1" name="Google Shape;111;p18"/>
                <p:cNvCxnSpPr/>
                <p:nvPr/>
              </p:nvCxnSpPr>
              <p:spPr>
                <a:xfrm>
                  <a:off x="0" y="4224"/>
                  <a:ext cx="576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12" name="Google Shape;112;p18"/>
              <p:cNvGrpSpPr/>
              <p:nvPr/>
            </p:nvGrpSpPr>
            <p:grpSpPr>
              <a:xfrm>
                <a:off x="192" y="0"/>
                <a:ext cx="5376" cy="4320"/>
                <a:chOff x="192" y="0"/>
                <a:chExt cx="5376" cy="4320"/>
              </a:xfrm>
            </p:grpSpPr>
            <p:cxnSp>
              <p:nvCxnSpPr>
                <p:cNvPr id="113" name="Google Shape;113;p18"/>
                <p:cNvCxnSpPr/>
                <p:nvPr/>
              </p:nvCxnSpPr>
              <p:spPr>
                <a:xfrm>
                  <a:off x="1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4" name="Google Shape;114;p18"/>
                <p:cNvCxnSpPr/>
                <p:nvPr/>
              </p:nvCxnSpPr>
              <p:spPr>
                <a:xfrm>
                  <a:off x="3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5" name="Google Shape;115;p18"/>
                <p:cNvCxnSpPr/>
                <p:nvPr/>
              </p:nvCxnSpPr>
              <p:spPr>
                <a:xfrm>
                  <a:off x="5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6" name="Google Shape;116;p18"/>
                <p:cNvCxnSpPr/>
                <p:nvPr/>
              </p:nvCxnSpPr>
              <p:spPr>
                <a:xfrm>
                  <a:off x="7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7" name="Google Shape;117;p18"/>
                <p:cNvCxnSpPr/>
                <p:nvPr/>
              </p:nvCxnSpPr>
              <p:spPr>
                <a:xfrm>
                  <a:off x="96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8" name="Google Shape;118;p18"/>
                <p:cNvCxnSpPr/>
                <p:nvPr/>
              </p:nvCxnSpPr>
              <p:spPr>
                <a:xfrm>
                  <a:off x="115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19" name="Google Shape;119;p18"/>
                <p:cNvCxnSpPr/>
                <p:nvPr/>
              </p:nvCxnSpPr>
              <p:spPr>
                <a:xfrm>
                  <a:off x="134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0" name="Google Shape;120;p18"/>
                <p:cNvCxnSpPr/>
                <p:nvPr/>
              </p:nvCxnSpPr>
              <p:spPr>
                <a:xfrm>
                  <a:off x="153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1" name="Google Shape;121;p18"/>
                <p:cNvCxnSpPr/>
                <p:nvPr/>
              </p:nvCxnSpPr>
              <p:spPr>
                <a:xfrm>
                  <a:off x="172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2" name="Google Shape;122;p18"/>
                <p:cNvCxnSpPr/>
                <p:nvPr/>
              </p:nvCxnSpPr>
              <p:spPr>
                <a:xfrm>
                  <a:off x="192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3" name="Google Shape;123;p18"/>
                <p:cNvCxnSpPr/>
                <p:nvPr/>
              </p:nvCxnSpPr>
              <p:spPr>
                <a:xfrm>
                  <a:off x="211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4" name="Google Shape;124;p18"/>
                <p:cNvCxnSpPr/>
                <p:nvPr/>
              </p:nvCxnSpPr>
              <p:spPr>
                <a:xfrm>
                  <a:off x="230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5" name="Google Shape;125;p18"/>
                <p:cNvCxnSpPr/>
                <p:nvPr/>
              </p:nvCxnSpPr>
              <p:spPr>
                <a:xfrm>
                  <a:off x="249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6" name="Google Shape;126;p18"/>
                <p:cNvCxnSpPr/>
                <p:nvPr/>
              </p:nvCxnSpPr>
              <p:spPr>
                <a:xfrm>
                  <a:off x="268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7" name="Google Shape;127;p18"/>
                <p:cNvCxnSpPr/>
                <p:nvPr/>
              </p:nvCxnSpPr>
              <p:spPr>
                <a:xfrm>
                  <a:off x="288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8" name="Google Shape;128;p18"/>
                <p:cNvCxnSpPr/>
                <p:nvPr/>
              </p:nvCxnSpPr>
              <p:spPr>
                <a:xfrm>
                  <a:off x="307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29" name="Google Shape;129;p18"/>
                <p:cNvCxnSpPr/>
                <p:nvPr/>
              </p:nvCxnSpPr>
              <p:spPr>
                <a:xfrm>
                  <a:off x="326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0" name="Google Shape;130;p18"/>
                <p:cNvCxnSpPr/>
                <p:nvPr/>
              </p:nvCxnSpPr>
              <p:spPr>
                <a:xfrm>
                  <a:off x="345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1" name="Google Shape;131;p18"/>
                <p:cNvCxnSpPr/>
                <p:nvPr/>
              </p:nvCxnSpPr>
              <p:spPr>
                <a:xfrm>
                  <a:off x="364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2" name="Google Shape;132;p18"/>
                <p:cNvCxnSpPr/>
                <p:nvPr/>
              </p:nvCxnSpPr>
              <p:spPr>
                <a:xfrm>
                  <a:off x="384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3" name="Google Shape;133;p18"/>
                <p:cNvCxnSpPr/>
                <p:nvPr/>
              </p:nvCxnSpPr>
              <p:spPr>
                <a:xfrm>
                  <a:off x="403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4" name="Google Shape;134;p18"/>
                <p:cNvCxnSpPr/>
                <p:nvPr/>
              </p:nvCxnSpPr>
              <p:spPr>
                <a:xfrm>
                  <a:off x="422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5" name="Google Shape;135;p18"/>
                <p:cNvCxnSpPr/>
                <p:nvPr/>
              </p:nvCxnSpPr>
              <p:spPr>
                <a:xfrm>
                  <a:off x="441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6" name="Google Shape;136;p18"/>
                <p:cNvCxnSpPr/>
                <p:nvPr/>
              </p:nvCxnSpPr>
              <p:spPr>
                <a:xfrm>
                  <a:off x="460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7" name="Google Shape;137;p18"/>
                <p:cNvCxnSpPr/>
                <p:nvPr/>
              </p:nvCxnSpPr>
              <p:spPr>
                <a:xfrm>
                  <a:off x="4800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8" name="Google Shape;138;p18"/>
                <p:cNvCxnSpPr/>
                <p:nvPr/>
              </p:nvCxnSpPr>
              <p:spPr>
                <a:xfrm>
                  <a:off x="4992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39" name="Google Shape;139;p18"/>
                <p:cNvCxnSpPr/>
                <p:nvPr/>
              </p:nvCxnSpPr>
              <p:spPr>
                <a:xfrm>
                  <a:off x="5184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0" name="Google Shape;140;p18"/>
                <p:cNvCxnSpPr/>
                <p:nvPr/>
              </p:nvCxnSpPr>
              <p:spPr>
                <a:xfrm>
                  <a:off x="5376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  <p:cxnSp>
              <p:nvCxnSpPr>
                <p:cNvPr id="141" name="Google Shape;141;p18"/>
                <p:cNvCxnSpPr/>
                <p:nvPr/>
              </p:nvCxnSpPr>
              <p:spPr>
                <a:xfrm>
                  <a:off x="5568" y="0"/>
                  <a:ext cx="0" cy="432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folHlink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</p:spPr>
            </p:cxnSp>
          </p:grpSp>
        </p:grpSp>
        <p:sp>
          <p:nvSpPr>
            <p:cNvPr id="142" name="Google Shape;142;p18" descr="60%"/>
            <p:cNvSpPr txBox="1"/>
            <p:nvPr/>
          </p:nvSpPr>
          <p:spPr>
            <a:xfrm>
              <a:off x="2112" y="0"/>
              <a:ext cx="3648" cy="9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43" name="Google Shape;143;p18"/>
            <p:cNvCxnSpPr/>
            <p:nvPr/>
          </p:nvCxnSpPr>
          <p:spPr>
            <a:xfrm>
              <a:off x="5568" y="0"/>
              <a:ext cx="0" cy="1488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grpSp>
          <p:nvGrpSpPr>
            <p:cNvPr id="144" name="Google Shape;144;p18"/>
            <p:cNvGrpSpPr/>
            <p:nvPr/>
          </p:nvGrpSpPr>
          <p:grpSpPr>
            <a:xfrm>
              <a:off x="261" y="892"/>
              <a:ext cx="1124" cy="1464"/>
              <a:chOff x="96" y="916"/>
              <a:chExt cx="2208" cy="2876"/>
            </a:xfrm>
          </p:grpSpPr>
          <p:cxnSp>
            <p:nvCxnSpPr>
              <p:cNvPr id="145" name="Google Shape;145;p18"/>
              <p:cNvCxnSpPr/>
              <p:nvPr/>
            </p:nvCxnSpPr>
            <p:spPr>
              <a:xfrm rot="10800000">
                <a:off x="96" y="1038"/>
                <a:ext cx="2208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18"/>
              <p:cNvCxnSpPr/>
              <p:nvPr/>
            </p:nvCxnSpPr>
            <p:spPr>
              <a:xfrm>
                <a:off x="336" y="920"/>
                <a:ext cx="0" cy="28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hlink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18"/>
              <p:cNvSpPr/>
              <p:nvPr/>
            </p:nvSpPr>
            <p:spPr>
              <a:xfrm flipH="1">
                <a:off x="218" y="916"/>
                <a:ext cx="238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hlink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 b="0" i="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48" name="Google Shape;148;p1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9" name="Google Shape;149;p1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528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73380" algn="l" rtl="0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11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dt" idx="10"/>
          </p:nvPr>
        </p:nvSpPr>
        <p:spPr>
          <a:xfrm>
            <a:off x="76200" y="6248400"/>
            <a:ext cx="350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 txBox="1">
            <a:spLocks noGrp="1"/>
          </p:cNvSpPr>
          <p:nvPr>
            <p:ph type="ftr" idx="11"/>
          </p:nvPr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"/>
          <p:cNvSpPr txBox="1">
            <a:spLocks noGrp="1"/>
          </p:cNvSpPr>
          <p:nvPr>
            <p:ph type="ctrTitle"/>
          </p:nvPr>
        </p:nvSpPr>
        <p:spPr>
          <a:xfrm>
            <a:off x="1066800" y="1752600"/>
            <a:ext cx="7924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190" name="Google Shape;1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Objectives</a:t>
            </a:r>
            <a:endParaRPr/>
          </a:p>
        </p:txBody>
      </p:sp>
      <p:sp>
        <p:nvSpPr>
          <p:cNvPr id="196" name="Google Shape;196;p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CNN in TensorFlow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Implement the CNN model for classification</a:t>
            </a:r>
            <a:endParaRPr/>
          </a:p>
        </p:txBody>
      </p:sp>
      <p:sp>
        <p:nvSpPr>
          <p:cNvPr id="197" name="Google Shape;197;p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</a:t>
            </a:fld>
            <a:endParaRPr/>
          </a:p>
        </p:txBody>
      </p:sp>
      <p:pic>
        <p:nvPicPr>
          <p:cNvPr id="198" name="Google Shape;1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Convolutions</a:t>
            </a:r>
            <a:endParaRPr/>
          </a:p>
        </p:txBody>
      </p:sp>
      <p:sp>
        <p:nvSpPr>
          <p:cNvPr id="206" name="Google Shape;206;p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207" name="Google Shape;207;p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Change the image in such a way that certain features in the image get emphasized</a:t>
            </a:r>
            <a:endParaRPr/>
          </a:p>
        </p:txBody>
      </p:sp>
      <p:pic>
        <p:nvPicPr>
          <p:cNvPr id="208" name="Google Shape;2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10" name="Google Shape;210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95400" y="2665412"/>
            <a:ext cx="708660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Convolutions</a:t>
            </a:r>
            <a:endParaRPr/>
          </a:p>
        </p:txBody>
      </p:sp>
      <p:sp>
        <p:nvSpPr>
          <p:cNvPr id="217" name="Google Shape;217;p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218" name="Google Shape;218;p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filter, then the vertical lines in the image really pop out</a:t>
            </a:r>
            <a:endParaRPr/>
          </a:p>
        </p:txBody>
      </p:sp>
      <p:pic>
        <p:nvPicPr>
          <p:cNvPr id="219" name="Google Shape;2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21" name="Google Shape;221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0600" y="2667000"/>
            <a:ext cx="7772400" cy="2982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Convolutions</a:t>
            </a:r>
            <a:endParaRPr/>
          </a:p>
        </p:txBody>
      </p:sp>
      <p:sp>
        <p:nvSpPr>
          <p:cNvPr id="228" name="Google Shape;228;p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5</a:t>
            </a:fld>
            <a:endParaRPr/>
          </a:p>
        </p:txBody>
      </p:sp>
      <p:sp>
        <p:nvSpPr>
          <p:cNvPr id="229" name="Google Shape;229;p5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This filter, the horizontal lines pop out</a:t>
            </a:r>
            <a:endParaRPr/>
          </a:p>
        </p:txBody>
      </p:sp>
      <p:pic>
        <p:nvPicPr>
          <p:cNvPr id="230" name="Google Shape;23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32" name="Google Shape;23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66800" y="2514600"/>
            <a:ext cx="769620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6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Pooling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</a:t>
            </a:fld>
            <a:endParaRPr/>
          </a:p>
        </p:txBody>
      </p:sp>
      <p:sp>
        <p:nvSpPr>
          <p:cNvPr id="240" name="Google Shape;240;p6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Pooling is a way of compressing an image</a:t>
            </a:r>
            <a:endParaRPr dirty="0"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What kind of this pooling?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241" name="Google Shape;24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6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43" name="Google Shape;24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8800" y="2382837"/>
            <a:ext cx="5791200" cy="29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7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Implementing Convolutional layers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</a:t>
            </a:fld>
            <a:endParaRPr/>
          </a:p>
        </p:txBody>
      </p:sp>
      <p:sp>
        <p:nvSpPr>
          <p:cNvPr id="251" name="Google Shape;251;p7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80772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742950" lvl="0" indent="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1600"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We're asking </a:t>
            </a:r>
            <a:r>
              <a:rPr lang="en-US" sz="16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keras</a:t>
            </a: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generate 64 filters. 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These filters are 3 by 3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Their activation is </a:t>
            </a:r>
            <a:r>
              <a:rPr lang="en-US" sz="1600" b="0" i="0" u="none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relu</a:t>
            </a:r>
            <a:r>
              <a:rPr lang="en-US" sz="1600" dirty="0"/>
              <a:t>→</a:t>
            </a: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the negative values will be thrown way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input shape is as before, the 28 by 28. </a:t>
            </a:r>
            <a:endParaRPr dirty="0"/>
          </a:p>
          <a:p>
            <a:pPr marL="742950" lvl="1" indent="-28575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That extra 1 just means that we are tallying using a single byte for color depth. </a:t>
            </a:r>
            <a:endParaRPr dirty="0"/>
          </a:p>
        </p:txBody>
      </p:sp>
      <p:pic>
        <p:nvPicPr>
          <p:cNvPr id="252" name="Google Shape;2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7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54" name="Google Shape;254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7400" y="1643062"/>
            <a:ext cx="4495800" cy="2185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Implementing Pooling layers</a:t>
            </a:r>
            <a:endParaRPr/>
          </a:p>
        </p:txBody>
      </p:sp>
      <p:sp>
        <p:nvSpPr>
          <p:cNvPr id="261" name="Google Shape;261;p8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</a:t>
            </a:fld>
            <a:endParaRPr/>
          </a:p>
        </p:txBody>
      </p:sp>
      <p:sp>
        <p:nvSpPr>
          <p:cNvPr id="262" name="Google Shape;262;p8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924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667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SzPts val="960"/>
              <a:buNone/>
            </a:pPr>
            <a:endParaRPr sz="16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457200" lvl="1" indent="-60959" algn="l" rtl="0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960"/>
              <a:buFont typeface="Noto Sans Symbols"/>
              <a:buChar char="■"/>
            </a:pPr>
            <a:r>
              <a:rPr lang="en-US" sz="16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Max Pooling: two-by-two pool, so for every four pixels, the biggest one will survive </a:t>
            </a:r>
            <a:endParaRPr/>
          </a:p>
        </p:txBody>
      </p:sp>
      <p:pic>
        <p:nvPicPr>
          <p:cNvPr id="263" name="Google Shape;26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65" name="Google Shape;265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1600200"/>
            <a:ext cx="4953000" cy="2373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Model.summary()</a:t>
            </a:r>
            <a:endParaRPr/>
          </a:p>
        </p:txBody>
      </p:sp>
      <p:sp>
        <p:nvSpPr>
          <p:cNvPr id="272" name="Google Shape;272;p9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9</a:t>
            </a:fld>
            <a:endParaRPr/>
          </a:p>
        </p:txBody>
      </p:sp>
      <p:sp>
        <p:nvSpPr>
          <p:cNvPr id="273" name="Google Shape;273;p9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Inspect the layers of the model, and see the journey of the image through the convolutions</a:t>
            </a:r>
            <a:endParaRPr/>
          </a:p>
        </p:txBody>
      </p:sp>
      <p:pic>
        <p:nvPicPr>
          <p:cNvPr id="274" name="Google Shape;274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9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76" name="Google Shape;27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2819400"/>
            <a:ext cx="6553200" cy="3217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Fashion classifier with convolutions</a:t>
            </a:r>
            <a:endParaRPr dirty="0"/>
          </a:p>
        </p:txBody>
      </p:sp>
      <p:sp>
        <p:nvSpPr>
          <p:cNvPr id="283" name="Google Shape;283;p10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10</a:t>
            </a:fld>
            <a:endParaRPr/>
          </a:p>
        </p:txBody>
      </p:sp>
      <p:sp>
        <p:nvSpPr>
          <p:cNvPr id="284" name="Google Shape;284;p10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5" name="Google Shape;285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0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87" name="Google Shape;287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1603375"/>
            <a:ext cx="7620000" cy="4565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C26733-E00A-942A-FE01-92D1248EBD4C}"/>
              </a:ext>
            </a:extLst>
          </p:cNvPr>
          <p:cNvSpPr txBox="1"/>
          <p:nvPr/>
        </p:nvSpPr>
        <p:spPr>
          <a:xfrm>
            <a:off x="5101772" y="5254625"/>
            <a:ext cx="1487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,V</a:t>
            </a:r>
            <a:r>
              <a:rPr lang="en-VN" dirty="0"/>
              <a:t>erbose =1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Fashion classifier with convolutions</a:t>
            </a:r>
            <a:endParaRPr/>
          </a:p>
        </p:txBody>
      </p:sp>
      <p:sp>
        <p:nvSpPr>
          <p:cNvPr id="294" name="Google Shape;294;p11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11</a:t>
            </a:fld>
            <a:endParaRPr/>
          </a:p>
        </p:txBody>
      </p:sp>
      <p:sp>
        <p:nvSpPr>
          <p:cNvPr id="295" name="Google Shape;295;p11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762000" y="1744662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6" name="Google Shape;29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1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298" name="Google Shape;29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828800"/>
            <a:ext cx="7239000" cy="41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Fashion classifier with convolutions</a:t>
            </a:r>
            <a:endParaRPr/>
          </a:p>
        </p:txBody>
      </p:sp>
      <p:sp>
        <p:nvSpPr>
          <p:cNvPr id="305" name="Google Shape;305;p12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12</a:t>
            </a:fld>
            <a:endParaRPr/>
          </a:p>
        </p:txBody>
      </p:sp>
      <p:sp>
        <p:nvSpPr>
          <p:cNvPr id="306" name="Google Shape;306;p12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220980" algn="l" rtl="0">
              <a:spcBef>
                <a:spcPts val="0"/>
              </a:spcBef>
              <a:spcAft>
                <a:spcPts val="0"/>
              </a:spcAft>
              <a:buSzPts val="1920"/>
              <a:buNone/>
            </a:pPr>
            <a:endParaRPr sz="3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07" name="Google Shape;30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2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309" name="Google Shape;30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54187"/>
            <a:ext cx="7772400" cy="334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ahoma"/>
              <a:buNone/>
            </a:pPr>
            <a:r>
              <a:rPr lang="en-US" sz="40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Neural network &amp; Convolutinal </a:t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13</a:t>
            </a:fld>
            <a:endParaRPr/>
          </a:p>
        </p:txBody>
      </p:sp>
      <p:sp>
        <p:nvSpPr>
          <p:cNvPr id="317" name="Google Shape;317;p13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5438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Neural Network</a:t>
            </a:r>
            <a:endParaRPr dirty="0"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</a:t>
            </a:r>
            <a:endParaRPr dirty="0"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 dirty="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dirty="0"/>
          </a:p>
          <a:p>
            <a:pPr marL="342900" lvl="0" indent="-2667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dirty="0"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Noto Sans Symbols"/>
              <a:buChar char="❑"/>
            </a:pPr>
            <a:r>
              <a:rPr lang="en-US" sz="2000" b="0" i="0" u="none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Discuss and give your opinions.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318" name="Google Shape;31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  <p:pic>
        <p:nvPicPr>
          <p:cNvPr id="320" name="Google Shape;32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200" y="2209800"/>
            <a:ext cx="7391399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200" y="3886200"/>
            <a:ext cx="7391400" cy="1065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</p:txBody>
      </p:sp>
      <p:sp>
        <p:nvSpPr>
          <p:cNvPr id="327" name="Google Shape;327;p14" descr="Rectangle: Click to edit Master text styles &#10;Second level &#10;Third level &#10;Fourth level 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Understand CNN in TensorFlow</a:t>
            </a:r>
            <a:endParaRPr/>
          </a:p>
          <a:p>
            <a:pPr marL="34290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❑"/>
            </a:pPr>
            <a:r>
              <a:rPr lang="en-US" sz="20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Implement the CNN model for classification</a:t>
            </a:r>
            <a:endParaRPr/>
          </a:p>
          <a:p>
            <a:pPr marL="342900" lvl="0" indent="-2667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342900" lvl="0" indent="-266700" algn="l" rtl="0">
              <a:spcBef>
                <a:spcPts val="400"/>
              </a:spcBef>
              <a:spcAft>
                <a:spcPts val="0"/>
              </a:spcAft>
              <a:buSzPts val="1200"/>
              <a:buNone/>
            </a:pPr>
            <a:endParaRPr sz="2000" b="0" i="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8" name="Google Shape;328;p14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14</a:t>
            </a:fld>
            <a:endParaRPr/>
          </a:p>
        </p:txBody>
      </p:sp>
      <p:pic>
        <p:nvPicPr>
          <p:cNvPr id="329" name="Google Shape;32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4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5"/>
          <p:cNvSpPr txBox="1">
            <a:spLocks noGrp="1"/>
          </p:cNvSpPr>
          <p:nvPr>
            <p:ph type="title"/>
          </p:nvPr>
        </p:nvSpPr>
        <p:spPr>
          <a:xfrm>
            <a:off x="1143000" y="3124200"/>
            <a:ext cx="670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ahoma"/>
              <a:buNone/>
            </a:pPr>
            <a:r>
              <a:rPr lang="en-US" sz="4400" b="0" i="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Q &amp; A</a:t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15</a:t>
            </a:fld>
            <a:endParaRPr/>
          </a:p>
        </p:txBody>
      </p:sp>
      <p:pic>
        <p:nvPicPr>
          <p:cNvPr id="337" name="Google Shape;33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87" y="44450"/>
            <a:ext cx="1254125" cy="4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 txBox="1"/>
          <p:nvPr/>
        </p:nvSpPr>
        <p:spPr>
          <a:xfrm>
            <a:off x="35814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r>
              <a:rPr lang="en-US" sz="1400" b="0" i="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Convolutional Neural Networks in TensorFlow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311</Words>
  <Application>Microsoft Macintosh PowerPoint</Application>
  <PresentationFormat>On-screen Show (4:3)</PresentationFormat>
  <Paragraphs>96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Noto Sans Symbols</vt:lpstr>
      <vt:lpstr>Arial</vt:lpstr>
      <vt:lpstr>Tahoma</vt:lpstr>
      <vt:lpstr>1_Blueprint</vt:lpstr>
      <vt:lpstr>Blueprint</vt:lpstr>
      <vt:lpstr>Convolutional Neural Networks in TensorFlow</vt:lpstr>
      <vt:lpstr>Objectives</vt:lpstr>
      <vt:lpstr>Convolutions</vt:lpstr>
      <vt:lpstr>Convolutions</vt:lpstr>
      <vt:lpstr>Convolutions</vt:lpstr>
      <vt:lpstr>Pooling</vt:lpstr>
      <vt:lpstr>Implementing Convolutional layers</vt:lpstr>
      <vt:lpstr>Implementing Pooling layers</vt:lpstr>
      <vt:lpstr>Model.summary()</vt:lpstr>
      <vt:lpstr>Fashion classifier with convolutions</vt:lpstr>
      <vt:lpstr>Fashion classifier with convolutions</vt:lpstr>
      <vt:lpstr>Fashion classifier with convolutions</vt:lpstr>
      <vt:lpstr>Neural network &amp; Convolutinal </vt:lpstr>
      <vt:lpstr>Summary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. Daziel.vad</cp:lastModifiedBy>
  <cp:revision>2</cp:revision>
  <dcterms:created xsi:type="dcterms:W3CDTF">2022-10-28T07:26:15Z</dcterms:created>
  <dcterms:modified xsi:type="dcterms:W3CDTF">2026-01-13T07:21:40Z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0</vt:i4>
  </property>
  <property fmtid="{D5CDD505-2E9C-101B-9397-08002B2CF9AE}" pid="3" name="GraphicType">
    <vt:i4>0</vt:i4>
  </property>
  <property fmtid="{D5CDD505-2E9C-101B-9397-08002B2CF9AE}" pid="4" name="Compression">
    <vt:i4>0</vt:i4>
  </property>
  <property fmtid="{D5CDD505-2E9C-101B-9397-08002B2CF9AE}" pid="5" name="ScreenSize">
    <vt:i4>0</vt:i4>
  </property>
  <property fmtid="{D5CDD505-2E9C-101B-9397-08002B2CF9AE}" pid="6" name="ScreenUsage">
    <vt:i4>0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0</vt:i4>
  </property>
  <property fmtid="{D5CDD505-2E9C-101B-9397-08002B2CF9AE}" pid="14" name="TextColor">
    <vt:i4>0</vt:i4>
  </property>
  <property fmtid="{D5CDD505-2E9C-101B-9397-08002B2CF9AE}" pid="15" name="LinkColor">
    <vt:i4>0</vt:i4>
  </property>
  <property fmtid="{D5CDD505-2E9C-101B-9397-08002B2CF9AE}" pid="16" name="VisitedColor">
    <vt:i4>0</vt:i4>
  </property>
  <property fmtid="{D5CDD505-2E9C-101B-9397-08002B2CF9AE}" pid="17" name="TransparentButton">
    <vt:i4>0</vt:i4>
  </property>
  <property fmtid="{D5CDD505-2E9C-101B-9397-08002B2CF9AE}" pid="18" name="ButtonType">
    <vt:i4>0</vt:i4>
  </property>
  <property fmtid="{D5CDD505-2E9C-101B-9397-08002B2CF9AE}" pid="19" name="ShowNotes">
    <vt:bool>false</vt:bool>
  </property>
  <property fmtid="{D5CDD505-2E9C-101B-9397-08002B2CF9AE}" pid="20" name="NavBtnPos">
    <vt:i4>0</vt:i4>
  </property>
  <property fmtid="{D5CDD505-2E9C-101B-9397-08002B2CF9AE}" pid="21" name="OutputDir">
    <vt:lpwstr>C:\Work\html</vt:lpwstr>
  </property>
</Properties>
</file>